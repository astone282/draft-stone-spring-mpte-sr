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66" r:id="rId3"/>
    <p:sldId id="264" r:id="rId4"/>
    <p:sldId id="262" r:id="rId5"/>
    <p:sldId id="268" r:id="rId6"/>
    <p:sldId id="260" r:id="rId7"/>
    <p:sldId id="267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197DE"/>
    <a:srgbClr val="A44CFF"/>
    <a:srgbClr val="9F4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9F8D530-B743-6B49-863D-0F227FED971A}" v="26" dt="2026-06-29T19:09:44.94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266"/>
    <p:restoredTop sz="94538"/>
  </p:normalViewPr>
  <p:slideViewPr>
    <p:cSldViewPr snapToGrid="0" snapToObjects="1">
      <p:cViewPr varScale="1">
        <p:scale>
          <a:sx n="210" d="100"/>
          <a:sy n="210" d="100"/>
        </p:scale>
        <p:origin x="183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drew Stone (Nokia)" userId="5e693d72-0831-418e-b3bc-937f682be9d6" providerId="ADAL" clId="{23AA7552-9185-5EEB-9431-C2796A246E54}"/>
    <pc:docChg chg="undo redo custSel addSld delSld modSld sldOrd">
      <pc:chgData name="Andrew Stone (Nokia)" userId="5e693d72-0831-418e-b3bc-937f682be9d6" providerId="ADAL" clId="{23AA7552-9185-5EEB-9431-C2796A246E54}" dt="2026-06-29T19:22:14.079" v="5872" actId="20577"/>
      <pc:docMkLst>
        <pc:docMk/>
      </pc:docMkLst>
      <pc:sldChg chg="addSp modSp mod">
        <pc:chgData name="Andrew Stone (Nokia)" userId="5e693d72-0831-418e-b3bc-937f682be9d6" providerId="ADAL" clId="{23AA7552-9185-5EEB-9431-C2796A246E54}" dt="2026-06-29T18:14:00.257" v="3714" actId="767"/>
        <pc:sldMkLst>
          <pc:docMk/>
          <pc:sldMk cId="705808974" sldId="256"/>
        </pc:sldMkLst>
        <pc:spChg chg="mod">
          <ac:chgData name="Andrew Stone (Nokia)" userId="5e693d72-0831-418e-b3bc-937f682be9d6" providerId="ADAL" clId="{23AA7552-9185-5EEB-9431-C2796A246E54}" dt="2026-06-29T18:13:58.017" v="3710" actId="1036"/>
          <ac:spMkLst>
            <pc:docMk/>
            <pc:sldMk cId="705808974" sldId="256"/>
            <ac:spMk id="2" creationId="{8BC79E0D-E053-2444-A769-A0F98DD7DB3B}"/>
          </ac:spMkLst>
        </pc:spChg>
        <pc:spChg chg="mod">
          <ac:chgData name="Andrew Stone (Nokia)" userId="5e693d72-0831-418e-b3bc-937f682be9d6" providerId="ADAL" clId="{23AA7552-9185-5EEB-9431-C2796A246E54}" dt="2026-06-29T18:13:38.273" v="3709" actId="20577"/>
          <ac:spMkLst>
            <pc:docMk/>
            <pc:sldMk cId="705808974" sldId="256"/>
            <ac:spMk id="3" creationId="{3233BED0-9E8D-D245-BFB1-5A14FC050A6D}"/>
          </ac:spMkLst>
        </pc:spChg>
        <pc:spChg chg="add mod">
          <ac:chgData name="Andrew Stone (Nokia)" userId="5e693d72-0831-418e-b3bc-937f682be9d6" providerId="ADAL" clId="{23AA7552-9185-5EEB-9431-C2796A246E54}" dt="2026-06-29T18:14:00.257" v="3714" actId="767"/>
          <ac:spMkLst>
            <pc:docMk/>
            <pc:sldMk cId="705808974" sldId="256"/>
            <ac:spMk id="6" creationId="{9797716D-C48C-4978-2101-DF8CCD932B1D}"/>
          </ac:spMkLst>
        </pc:spChg>
      </pc:sldChg>
      <pc:sldChg chg="addSp delSp modSp mod">
        <pc:chgData name="Andrew Stone (Nokia)" userId="5e693d72-0831-418e-b3bc-937f682be9d6" providerId="ADAL" clId="{23AA7552-9185-5EEB-9431-C2796A246E54}" dt="2026-06-29T19:22:14.079" v="5872" actId="20577"/>
        <pc:sldMkLst>
          <pc:docMk/>
          <pc:sldMk cId="2754887948" sldId="260"/>
        </pc:sldMkLst>
        <pc:spChg chg="mod">
          <ac:chgData name="Andrew Stone (Nokia)" userId="5e693d72-0831-418e-b3bc-937f682be9d6" providerId="ADAL" clId="{23AA7552-9185-5EEB-9431-C2796A246E54}" dt="2026-06-29T19:02:55.042" v="4640" actId="20577"/>
          <ac:spMkLst>
            <pc:docMk/>
            <pc:sldMk cId="2754887948" sldId="260"/>
            <ac:spMk id="2" creationId="{E528D8B7-87FA-A34B-B533-5600A141A8E0}"/>
          </ac:spMkLst>
        </pc:spChg>
        <pc:spChg chg="mod">
          <ac:chgData name="Andrew Stone (Nokia)" userId="5e693d72-0831-418e-b3bc-937f682be9d6" providerId="ADAL" clId="{23AA7552-9185-5EEB-9431-C2796A246E54}" dt="2026-06-29T19:02:28.585" v="4621" actId="1076"/>
          <ac:spMkLst>
            <pc:docMk/>
            <pc:sldMk cId="2754887948" sldId="260"/>
            <ac:spMk id="3" creationId="{B2C1735C-A9C4-F3D4-A907-3F466B857C94}"/>
          </ac:spMkLst>
        </pc:spChg>
        <pc:spChg chg="add del mod">
          <ac:chgData name="Andrew Stone (Nokia)" userId="5e693d72-0831-418e-b3bc-937f682be9d6" providerId="ADAL" clId="{23AA7552-9185-5EEB-9431-C2796A246E54}" dt="2026-06-29T19:01:40.801" v="4514" actId="478"/>
          <ac:spMkLst>
            <pc:docMk/>
            <pc:sldMk cId="2754887948" sldId="260"/>
            <ac:spMk id="5" creationId="{8886FE65-793E-159A-64B8-4ADACADBC222}"/>
          </ac:spMkLst>
        </pc:spChg>
        <pc:spChg chg="add del mod">
          <ac:chgData name="Andrew Stone (Nokia)" userId="5e693d72-0831-418e-b3bc-937f682be9d6" providerId="ADAL" clId="{23AA7552-9185-5EEB-9431-C2796A246E54}" dt="2026-06-29T19:01:40.801" v="4514" actId="478"/>
          <ac:spMkLst>
            <pc:docMk/>
            <pc:sldMk cId="2754887948" sldId="260"/>
            <ac:spMk id="7" creationId="{5D358BD1-82D9-5CA4-9D62-35B3C1E78D9D}"/>
          </ac:spMkLst>
        </pc:spChg>
        <pc:spChg chg="add del mod">
          <ac:chgData name="Andrew Stone (Nokia)" userId="5e693d72-0831-418e-b3bc-937f682be9d6" providerId="ADAL" clId="{23AA7552-9185-5EEB-9431-C2796A246E54}" dt="2026-06-29T19:01:40.801" v="4514" actId="478"/>
          <ac:spMkLst>
            <pc:docMk/>
            <pc:sldMk cId="2754887948" sldId="260"/>
            <ac:spMk id="8" creationId="{5CEFC639-4586-C5B1-311E-F70FA7475285}"/>
          </ac:spMkLst>
        </pc:spChg>
        <pc:spChg chg="add mod">
          <ac:chgData name="Andrew Stone (Nokia)" userId="5e693d72-0831-418e-b3bc-937f682be9d6" providerId="ADAL" clId="{23AA7552-9185-5EEB-9431-C2796A246E54}" dt="2026-06-29T18:24:37.985" v="4327" actId="1076"/>
          <ac:spMkLst>
            <pc:docMk/>
            <pc:sldMk cId="2754887948" sldId="260"/>
            <ac:spMk id="9" creationId="{AD652872-62EE-3054-70A2-556E5B2EE36B}"/>
          </ac:spMkLst>
        </pc:spChg>
        <pc:spChg chg="add del mod">
          <ac:chgData name="Andrew Stone (Nokia)" userId="5e693d72-0831-418e-b3bc-937f682be9d6" providerId="ADAL" clId="{23AA7552-9185-5EEB-9431-C2796A246E54}" dt="2026-06-29T19:01:40.801" v="4514" actId="478"/>
          <ac:spMkLst>
            <pc:docMk/>
            <pc:sldMk cId="2754887948" sldId="260"/>
            <ac:spMk id="10" creationId="{EB61B378-9A15-16B3-EB2D-A35303C9DB1B}"/>
          </ac:spMkLst>
        </pc:spChg>
        <pc:spChg chg="mod">
          <ac:chgData name="Andrew Stone (Nokia)" userId="5e693d72-0831-418e-b3bc-937f682be9d6" providerId="ADAL" clId="{23AA7552-9185-5EEB-9431-C2796A246E54}" dt="2026-06-29T18:21:16.657" v="4143" actId="692"/>
          <ac:spMkLst>
            <pc:docMk/>
            <pc:sldMk cId="2754887948" sldId="260"/>
            <ac:spMk id="11" creationId="{2287510D-1B49-D69D-4AD1-A84B43CC0647}"/>
          </ac:spMkLst>
        </pc:spChg>
        <pc:spChg chg="add del mod">
          <ac:chgData name="Andrew Stone (Nokia)" userId="5e693d72-0831-418e-b3bc-937f682be9d6" providerId="ADAL" clId="{23AA7552-9185-5EEB-9431-C2796A246E54}" dt="2026-06-29T19:01:40.801" v="4514" actId="478"/>
          <ac:spMkLst>
            <pc:docMk/>
            <pc:sldMk cId="2754887948" sldId="260"/>
            <ac:spMk id="13" creationId="{CE608410-0AC4-B56A-3DD6-A2E35428B428}"/>
          </ac:spMkLst>
        </pc:spChg>
        <pc:spChg chg="add del mod">
          <ac:chgData name="Andrew Stone (Nokia)" userId="5e693d72-0831-418e-b3bc-937f682be9d6" providerId="ADAL" clId="{23AA7552-9185-5EEB-9431-C2796A246E54}" dt="2026-06-29T18:21:41.584" v="4148" actId="478"/>
          <ac:spMkLst>
            <pc:docMk/>
            <pc:sldMk cId="2754887948" sldId="260"/>
            <ac:spMk id="14" creationId="{17AF30EE-C2BA-B1A9-5841-EF5C11483D98}"/>
          </ac:spMkLst>
        </pc:spChg>
        <pc:spChg chg="mod">
          <ac:chgData name="Andrew Stone (Nokia)" userId="5e693d72-0831-418e-b3bc-937f682be9d6" providerId="ADAL" clId="{23AA7552-9185-5EEB-9431-C2796A246E54}" dt="2026-06-29T18:24:50.805" v="4331" actId="14100"/>
          <ac:spMkLst>
            <pc:docMk/>
            <pc:sldMk cId="2754887948" sldId="260"/>
            <ac:spMk id="15" creationId="{39994F9A-E3BD-98F2-5B2A-DE08D6877245}"/>
          </ac:spMkLst>
        </pc:spChg>
        <pc:spChg chg="mod">
          <ac:chgData name="Andrew Stone (Nokia)" userId="5e693d72-0831-418e-b3bc-937f682be9d6" providerId="ADAL" clId="{23AA7552-9185-5EEB-9431-C2796A246E54}" dt="2026-06-29T18:24:43.223" v="4328" actId="14100"/>
          <ac:spMkLst>
            <pc:docMk/>
            <pc:sldMk cId="2754887948" sldId="260"/>
            <ac:spMk id="16" creationId="{223BA054-AA13-F4FC-D97C-35E724B524E4}"/>
          </ac:spMkLst>
        </pc:spChg>
        <pc:spChg chg="mod">
          <ac:chgData name="Andrew Stone (Nokia)" userId="5e693d72-0831-418e-b3bc-937f682be9d6" providerId="ADAL" clId="{23AA7552-9185-5EEB-9431-C2796A246E54}" dt="2026-06-29T18:24:45.260" v="4329" actId="14100"/>
          <ac:spMkLst>
            <pc:docMk/>
            <pc:sldMk cId="2754887948" sldId="260"/>
            <ac:spMk id="17" creationId="{B1244F5C-C259-CA30-DA58-83762027D4F0}"/>
          </ac:spMkLst>
        </pc:spChg>
        <pc:spChg chg="mod">
          <ac:chgData name="Andrew Stone (Nokia)" userId="5e693d72-0831-418e-b3bc-937f682be9d6" providerId="ADAL" clId="{23AA7552-9185-5EEB-9431-C2796A246E54}" dt="2026-06-29T18:23:43.788" v="4320" actId="207"/>
          <ac:spMkLst>
            <pc:docMk/>
            <pc:sldMk cId="2754887948" sldId="260"/>
            <ac:spMk id="18" creationId="{89DD2DED-EA88-4EC4-3461-A3E5F327915E}"/>
          </ac:spMkLst>
        </pc:spChg>
        <pc:spChg chg="add del mod">
          <ac:chgData name="Andrew Stone (Nokia)" userId="5e693d72-0831-418e-b3bc-937f682be9d6" providerId="ADAL" clId="{23AA7552-9185-5EEB-9431-C2796A246E54}" dt="2026-06-29T18:21:50.090" v="4152" actId="478"/>
          <ac:spMkLst>
            <pc:docMk/>
            <pc:sldMk cId="2754887948" sldId="260"/>
            <ac:spMk id="19" creationId="{828CAE28-911D-37EF-7CB6-7193C8D9141D}"/>
          </ac:spMkLst>
        </pc:spChg>
        <pc:spChg chg="mod">
          <ac:chgData name="Andrew Stone (Nokia)" userId="5e693d72-0831-418e-b3bc-937f682be9d6" providerId="ADAL" clId="{23AA7552-9185-5EEB-9431-C2796A246E54}" dt="2026-06-29T19:04:20.418" v="4679" actId="20577"/>
          <ac:spMkLst>
            <pc:docMk/>
            <pc:sldMk cId="2754887948" sldId="260"/>
            <ac:spMk id="20" creationId="{0931796B-1FD3-5E48-83E4-DEBB9AFDB1D5}"/>
          </ac:spMkLst>
        </pc:spChg>
        <pc:spChg chg="mod">
          <ac:chgData name="Andrew Stone (Nokia)" userId="5e693d72-0831-418e-b3bc-937f682be9d6" providerId="ADAL" clId="{23AA7552-9185-5EEB-9431-C2796A246E54}" dt="2026-06-29T18:25:40.993" v="4351" actId="14100"/>
          <ac:spMkLst>
            <pc:docMk/>
            <pc:sldMk cId="2754887948" sldId="260"/>
            <ac:spMk id="21" creationId="{3633BE6E-A3CD-5414-B243-AC57183E6C07}"/>
          </ac:spMkLst>
        </pc:spChg>
        <pc:spChg chg="add del mod">
          <ac:chgData name="Andrew Stone (Nokia)" userId="5e693d72-0831-418e-b3bc-937f682be9d6" providerId="ADAL" clId="{23AA7552-9185-5EEB-9431-C2796A246E54}" dt="2026-06-29T19:01:40.801" v="4514" actId="478"/>
          <ac:spMkLst>
            <pc:docMk/>
            <pc:sldMk cId="2754887948" sldId="260"/>
            <ac:spMk id="22" creationId="{1AA9331F-F2BB-A07B-F1B6-E25AE22858D7}"/>
          </ac:spMkLst>
        </pc:spChg>
        <pc:spChg chg="add del mod">
          <ac:chgData name="Andrew Stone (Nokia)" userId="5e693d72-0831-418e-b3bc-937f682be9d6" providerId="ADAL" clId="{23AA7552-9185-5EEB-9431-C2796A246E54}" dt="2026-06-29T19:01:40.801" v="4514" actId="478"/>
          <ac:spMkLst>
            <pc:docMk/>
            <pc:sldMk cId="2754887948" sldId="260"/>
            <ac:spMk id="23" creationId="{57DAAE8C-4FD5-DB01-E23B-275C6B3CA47B}"/>
          </ac:spMkLst>
        </pc:spChg>
        <pc:spChg chg="mod">
          <ac:chgData name="Andrew Stone (Nokia)" userId="5e693d72-0831-418e-b3bc-937f682be9d6" providerId="ADAL" clId="{23AA7552-9185-5EEB-9431-C2796A246E54}" dt="2026-06-29T18:25:34.976" v="4349" actId="14100"/>
          <ac:spMkLst>
            <pc:docMk/>
            <pc:sldMk cId="2754887948" sldId="260"/>
            <ac:spMk id="24" creationId="{A38F66E7-906A-BFCC-7815-4CEC563CE53E}"/>
          </ac:spMkLst>
        </pc:spChg>
        <pc:spChg chg="mod">
          <ac:chgData name="Andrew Stone (Nokia)" userId="5e693d72-0831-418e-b3bc-937f682be9d6" providerId="ADAL" clId="{23AA7552-9185-5EEB-9431-C2796A246E54}" dt="2026-06-29T18:22:55.108" v="4298" actId="207"/>
          <ac:spMkLst>
            <pc:docMk/>
            <pc:sldMk cId="2754887948" sldId="260"/>
            <ac:spMk id="25" creationId="{B6B76B61-D1C5-1556-D088-35EE51069102}"/>
          </ac:spMkLst>
        </pc:spChg>
        <pc:spChg chg="add mod">
          <ac:chgData name="Andrew Stone (Nokia)" userId="5e693d72-0831-418e-b3bc-937f682be9d6" providerId="ADAL" clId="{23AA7552-9185-5EEB-9431-C2796A246E54}" dt="2026-06-29T18:22:55.108" v="4298" actId="207"/>
          <ac:spMkLst>
            <pc:docMk/>
            <pc:sldMk cId="2754887948" sldId="260"/>
            <ac:spMk id="26" creationId="{FAA1F00B-FC17-5BA5-FE62-0844B17879E2}"/>
          </ac:spMkLst>
        </pc:spChg>
        <pc:spChg chg="add mod">
          <ac:chgData name="Andrew Stone (Nokia)" userId="5e693d72-0831-418e-b3bc-937f682be9d6" providerId="ADAL" clId="{23AA7552-9185-5EEB-9431-C2796A246E54}" dt="2026-06-29T18:22:55.108" v="4298" actId="207"/>
          <ac:spMkLst>
            <pc:docMk/>
            <pc:sldMk cId="2754887948" sldId="260"/>
            <ac:spMk id="27" creationId="{97F76246-7365-A77A-68CB-2B0E29AF68C4}"/>
          </ac:spMkLst>
        </pc:spChg>
        <pc:spChg chg="add del mod">
          <ac:chgData name="Andrew Stone (Nokia)" userId="5e693d72-0831-418e-b3bc-937f682be9d6" providerId="ADAL" clId="{23AA7552-9185-5EEB-9431-C2796A246E54}" dt="2026-06-29T19:01:40.801" v="4514" actId="478"/>
          <ac:spMkLst>
            <pc:docMk/>
            <pc:sldMk cId="2754887948" sldId="260"/>
            <ac:spMk id="28" creationId="{291D62AB-D3BD-D5EE-9DE3-9993FDEED022}"/>
          </ac:spMkLst>
        </pc:spChg>
        <pc:spChg chg="add del mod">
          <ac:chgData name="Andrew Stone (Nokia)" userId="5e693d72-0831-418e-b3bc-937f682be9d6" providerId="ADAL" clId="{23AA7552-9185-5EEB-9431-C2796A246E54}" dt="2026-06-29T18:23:24.274" v="4313" actId="478"/>
          <ac:spMkLst>
            <pc:docMk/>
            <pc:sldMk cId="2754887948" sldId="260"/>
            <ac:spMk id="29" creationId="{C8E4743B-535D-B287-5E00-E9DB175986DD}"/>
          </ac:spMkLst>
        </pc:spChg>
        <pc:spChg chg="add del mod">
          <ac:chgData name="Andrew Stone (Nokia)" userId="5e693d72-0831-418e-b3bc-937f682be9d6" providerId="ADAL" clId="{23AA7552-9185-5EEB-9431-C2796A246E54}" dt="2026-06-29T19:01:40.801" v="4514" actId="478"/>
          <ac:spMkLst>
            <pc:docMk/>
            <pc:sldMk cId="2754887948" sldId="260"/>
            <ac:spMk id="30" creationId="{9F2400D5-20D3-4D0D-FD63-17C072D9DC28}"/>
          </ac:spMkLst>
        </pc:spChg>
        <pc:spChg chg="add del mod">
          <ac:chgData name="Andrew Stone (Nokia)" userId="5e693d72-0831-418e-b3bc-937f682be9d6" providerId="ADAL" clId="{23AA7552-9185-5EEB-9431-C2796A246E54}" dt="2026-06-29T19:01:40.801" v="4514" actId="478"/>
          <ac:spMkLst>
            <pc:docMk/>
            <pc:sldMk cId="2754887948" sldId="260"/>
            <ac:spMk id="31" creationId="{7B73E9E6-8626-6E61-6C3A-3521BCD66696}"/>
          </ac:spMkLst>
        </pc:spChg>
        <pc:spChg chg="add mod">
          <ac:chgData name="Andrew Stone (Nokia)" userId="5e693d72-0831-418e-b3bc-937f682be9d6" providerId="ADAL" clId="{23AA7552-9185-5EEB-9431-C2796A246E54}" dt="2026-06-29T18:25:24.652" v="4347" actId="14100"/>
          <ac:spMkLst>
            <pc:docMk/>
            <pc:sldMk cId="2754887948" sldId="260"/>
            <ac:spMk id="32" creationId="{08D3956E-1CD0-0F4B-C209-F9A94B986DA4}"/>
          </ac:spMkLst>
        </pc:spChg>
        <pc:spChg chg="add del mod">
          <ac:chgData name="Andrew Stone (Nokia)" userId="5e693d72-0831-418e-b3bc-937f682be9d6" providerId="ADAL" clId="{23AA7552-9185-5EEB-9431-C2796A246E54}" dt="2026-06-29T19:01:41.754" v="4515" actId="478"/>
          <ac:spMkLst>
            <pc:docMk/>
            <pc:sldMk cId="2754887948" sldId="260"/>
            <ac:spMk id="34" creationId="{30270E95-0C2E-866E-1E47-B5DCE42E6615}"/>
          </ac:spMkLst>
        </pc:spChg>
        <pc:spChg chg="add del mod">
          <ac:chgData name="Andrew Stone (Nokia)" userId="5e693d72-0831-418e-b3bc-937f682be9d6" providerId="ADAL" clId="{23AA7552-9185-5EEB-9431-C2796A246E54}" dt="2026-06-29T19:01:41.754" v="4515" actId="478"/>
          <ac:spMkLst>
            <pc:docMk/>
            <pc:sldMk cId="2754887948" sldId="260"/>
            <ac:spMk id="40" creationId="{D005E8DB-5372-8290-129B-9A0199ACD974}"/>
          </ac:spMkLst>
        </pc:spChg>
        <pc:spChg chg="add del mod">
          <ac:chgData name="Andrew Stone (Nokia)" userId="5e693d72-0831-418e-b3bc-937f682be9d6" providerId="ADAL" clId="{23AA7552-9185-5EEB-9431-C2796A246E54}" dt="2026-06-29T19:01:41.754" v="4515" actId="478"/>
          <ac:spMkLst>
            <pc:docMk/>
            <pc:sldMk cId="2754887948" sldId="260"/>
            <ac:spMk id="41" creationId="{8AB53A97-9D0F-256F-C7D4-DE778ADEC5A6}"/>
          </ac:spMkLst>
        </pc:spChg>
        <pc:spChg chg="add del mod">
          <ac:chgData name="Andrew Stone (Nokia)" userId="5e693d72-0831-418e-b3bc-937f682be9d6" providerId="ADAL" clId="{23AA7552-9185-5EEB-9431-C2796A246E54}" dt="2026-06-29T19:01:41.754" v="4515" actId="478"/>
          <ac:spMkLst>
            <pc:docMk/>
            <pc:sldMk cId="2754887948" sldId="260"/>
            <ac:spMk id="44" creationId="{8A4E79A9-E065-C5EF-77D6-09A7E971A200}"/>
          </ac:spMkLst>
        </pc:spChg>
        <pc:spChg chg="add del mod">
          <ac:chgData name="Andrew Stone (Nokia)" userId="5e693d72-0831-418e-b3bc-937f682be9d6" providerId="ADAL" clId="{23AA7552-9185-5EEB-9431-C2796A246E54}" dt="2026-06-29T19:01:41.754" v="4515" actId="478"/>
          <ac:spMkLst>
            <pc:docMk/>
            <pc:sldMk cId="2754887948" sldId="260"/>
            <ac:spMk id="45" creationId="{8A836CBE-1191-459F-20B6-BB14EF6075F3}"/>
          </ac:spMkLst>
        </pc:spChg>
        <pc:spChg chg="add del mod">
          <ac:chgData name="Andrew Stone (Nokia)" userId="5e693d72-0831-418e-b3bc-937f682be9d6" providerId="ADAL" clId="{23AA7552-9185-5EEB-9431-C2796A246E54}" dt="2026-06-29T19:01:41.754" v="4515" actId="478"/>
          <ac:spMkLst>
            <pc:docMk/>
            <pc:sldMk cId="2754887948" sldId="260"/>
            <ac:spMk id="46" creationId="{D47E9B84-7D68-1D99-6985-CF35AB813222}"/>
          </ac:spMkLst>
        </pc:spChg>
        <pc:spChg chg="add del mod">
          <ac:chgData name="Andrew Stone (Nokia)" userId="5e693d72-0831-418e-b3bc-937f682be9d6" providerId="ADAL" clId="{23AA7552-9185-5EEB-9431-C2796A246E54}" dt="2026-06-29T19:01:41.754" v="4515" actId="478"/>
          <ac:spMkLst>
            <pc:docMk/>
            <pc:sldMk cId="2754887948" sldId="260"/>
            <ac:spMk id="47" creationId="{D7904D36-99C1-536A-A886-647349EE3031}"/>
          </ac:spMkLst>
        </pc:spChg>
        <pc:spChg chg="add del mod">
          <ac:chgData name="Andrew Stone (Nokia)" userId="5e693d72-0831-418e-b3bc-937f682be9d6" providerId="ADAL" clId="{23AA7552-9185-5EEB-9431-C2796A246E54}" dt="2026-06-29T19:01:41.754" v="4515" actId="478"/>
          <ac:spMkLst>
            <pc:docMk/>
            <pc:sldMk cId="2754887948" sldId="260"/>
            <ac:spMk id="48" creationId="{90DF7DFD-CDC9-6B76-C541-2E0134CFADC3}"/>
          </ac:spMkLst>
        </pc:spChg>
        <pc:spChg chg="add del mod">
          <ac:chgData name="Andrew Stone (Nokia)" userId="5e693d72-0831-418e-b3bc-937f682be9d6" providerId="ADAL" clId="{23AA7552-9185-5EEB-9431-C2796A246E54}" dt="2026-06-29T19:01:41.754" v="4515" actId="478"/>
          <ac:spMkLst>
            <pc:docMk/>
            <pc:sldMk cId="2754887948" sldId="260"/>
            <ac:spMk id="51" creationId="{C0851E18-2F48-9610-443C-4C8833DC2A3C}"/>
          </ac:spMkLst>
        </pc:spChg>
        <pc:spChg chg="add del mod">
          <ac:chgData name="Andrew Stone (Nokia)" userId="5e693d72-0831-418e-b3bc-937f682be9d6" providerId="ADAL" clId="{23AA7552-9185-5EEB-9431-C2796A246E54}" dt="2026-06-29T19:01:41.754" v="4515" actId="478"/>
          <ac:spMkLst>
            <pc:docMk/>
            <pc:sldMk cId="2754887948" sldId="260"/>
            <ac:spMk id="52" creationId="{A6336708-5DF0-C6AA-71B3-1BB4CA6BF702}"/>
          </ac:spMkLst>
        </pc:spChg>
        <pc:spChg chg="add del mod">
          <ac:chgData name="Andrew Stone (Nokia)" userId="5e693d72-0831-418e-b3bc-937f682be9d6" providerId="ADAL" clId="{23AA7552-9185-5EEB-9431-C2796A246E54}" dt="2026-06-29T19:03:04.614" v="4650" actId="478"/>
          <ac:spMkLst>
            <pc:docMk/>
            <pc:sldMk cId="2754887948" sldId="260"/>
            <ac:spMk id="55" creationId="{83BDA4AF-D9C1-49F8-761C-28951D0055DE}"/>
          </ac:spMkLst>
        </pc:spChg>
        <pc:spChg chg="add del mod">
          <ac:chgData name="Andrew Stone (Nokia)" userId="5e693d72-0831-418e-b3bc-937f682be9d6" providerId="ADAL" clId="{23AA7552-9185-5EEB-9431-C2796A246E54}" dt="2026-06-29T19:03:04.614" v="4650" actId="478"/>
          <ac:spMkLst>
            <pc:docMk/>
            <pc:sldMk cId="2754887948" sldId="260"/>
            <ac:spMk id="56" creationId="{CBCFE324-545B-89A4-D6AB-7D2C8D87E1AD}"/>
          </ac:spMkLst>
        </pc:spChg>
        <pc:spChg chg="add del mod">
          <ac:chgData name="Andrew Stone (Nokia)" userId="5e693d72-0831-418e-b3bc-937f682be9d6" providerId="ADAL" clId="{23AA7552-9185-5EEB-9431-C2796A246E54}" dt="2026-06-29T19:03:04.614" v="4650" actId="478"/>
          <ac:spMkLst>
            <pc:docMk/>
            <pc:sldMk cId="2754887948" sldId="260"/>
            <ac:spMk id="57" creationId="{40A26484-67D2-FDD4-B0C6-A0A9E6950707}"/>
          </ac:spMkLst>
        </pc:spChg>
        <pc:spChg chg="del mod">
          <ac:chgData name="Andrew Stone (Nokia)" userId="5e693d72-0831-418e-b3bc-937f682be9d6" providerId="ADAL" clId="{23AA7552-9185-5EEB-9431-C2796A246E54}" dt="2026-06-29T19:03:04.614" v="4650" actId="478"/>
          <ac:spMkLst>
            <pc:docMk/>
            <pc:sldMk cId="2754887948" sldId="260"/>
            <ac:spMk id="66" creationId="{7CA5603B-80A7-55B9-F979-5B8677BBE406}"/>
          </ac:spMkLst>
        </pc:spChg>
        <pc:spChg chg="add del mod">
          <ac:chgData name="Andrew Stone (Nokia)" userId="5e693d72-0831-418e-b3bc-937f682be9d6" providerId="ADAL" clId="{23AA7552-9185-5EEB-9431-C2796A246E54}" dt="2026-06-29T19:03:04.614" v="4650" actId="478"/>
          <ac:spMkLst>
            <pc:docMk/>
            <pc:sldMk cId="2754887948" sldId="260"/>
            <ac:spMk id="67" creationId="{6F844643-24BA-6629-225A-42D253800AB8}"/>
          </ac:spMkLst>
        </pc:spChg>
        <pc:spChg chg="add del mod">
          <ac:chgData name="Andrew Stone (Nokia)" userId="5e693d72-0831-418e-b3bc-937f682be9d6" providerId="ADAL" clId="{23AA7552-9185-5EEB-9431-C2796A246E54}" dt="2026-06-29T19:03:04.614" v="4650" actId="478"/>
          <ac:spMkLst>
            <pc:docMk/>
            <pc:sldMk cId="2754887948" sldId="260"/>
            <ac:spMk id="68" creationId="{20749085-AF13-3C47-B858-4F372A0DFCBA}"/>
          </ac:spMkLst>
        </pc:spChg>
        <pc:spChg chg="del">
          <ac:chgData name="Andrew Stone (Nokia)" userId="5e693d72-0831-418e-b3bc-937f682be9d6" providerId="ADAL" clId="{23AA7552-9185-5EEB-9431-C2796A246E54}" dt="2026-06-29T19:03:04.614" v="4650" actId="478"/>
          <ac:spMkLst>
            <pc:docMk/>
            <pc:sldMk cId="2754887948" sldId="260"/>
            <ac:spMk id="71" creationId="{106E57D8-BBDB-476F-24E5-D43DDEEE21A8}"/>
          </ac:spMkLst>
        </pc:spChg>
        <pc:spChg chg="add del mod">
          <ac:chgData name="Andrew Stone (Nokia)" userId="5e693d72-0831-418e-b3bc-937f682be9d6" providerId="ADAL" clId="{23AA7552-9185-5EEB-9431-C2796A246E54}" dt="2026-06-29T19:03:04.614" v="4650" actId="478"/>
          <ac:spMkLst>
            <pc:docMk/>
            <pc:sldMk cId="2754887948" sldId="260"/>
            <ac:spMk id="72" creationId="{BEB9A9CB-F155-96E5-0224-683E055EF492}"/>
          </ac:spMkLst>
        </pc:spChg>
        <pc:spChg chg="add del mod">
          <ac:chgData name="Andrew Stone (Nokia)" userId="5e693d72-0831-418e-b3bc-937f682be9d6" providerId="ADAL" clId="{23AA7552-9185-5EEB-9431-C2796A246E54}" dt="2026-06-29T19:03:04.614" v="4650" actId="478"/>
          <ac:spMkLst>
            <pc:docMk/>
            <pc:sldMk cId="2754887948" sldId="260"/>
            <ac:spMk id="73" creationId="{AA9F8091-51E3-B630-C3A9-47B3A104B981}"/>
          </ac:spMkLst>
        </pc:spChg>
        <pc:spChg chg="add del mod">
          <ac:chgData name="Andrew Stone (Nokia)" userId="5e693d72-0831-418e-b3bc-937f682be9d6" providerId="ADAL" clId="{23AA7552-9185-5EEB-9431-C2796A246E54}" dt="2026-06-29T19:03:04.614" v="4650" actId="478"/>
          <ac:spMkLst>
            <pc:docMk/>
            <pc:sldMk cId="2754887948" sldId="260"/>
            <ac:spMk id="74" creationId="{19CB0952-F8EF-A2AC-C776-87D850D265C0}"/>
          </ac:spMkLst>
        </pc:spChg>
        <pc:spChg chg="add mod">
          <ac:chgData name="Andrew Stone (Nokia)" userId="5e693d72-0831-418e-b3bc-937f682be9d6" providerId="ADAL" clId="{23AA7552-9185-5EEB-9431-C2796A246E54}" dt="2026-06-29T19:04:07.631" v="4672" actId="1076"/>
          <ac:spMkLst>
            <pc:docMk/>
            <pc:sldMk cId="2754887948" sldId="260"/>
            <ac:spMk id="75" creationId="{73D6B9E1-AB5D-6DF8-DC5E-2F8D00D03721}"/>
          </ac:spMkLst>
        </pc:spChg>
        <pc:spChg chg="add del mod">
          <ac:chgData name="Andrew Stone (Nokia)" userId="5e693d72-0831-418e-b3bc-937f682be9d6" providerId="ADAL" clId="{23AA7552-9185-5EEB-9431-C2796A246E54}" dt="2026-06-29T19:02:03.302" v="4557" actId="478"/>
          <ac:spMkLst>
            <pc:docMk/>
            <pc:sldMk cId="2754887948" sldId="260"/>
            <ac:spMk id="77" creationId="{2148E17B-6E87-CBD6-4006-637189C53092}"/>
          </ac:spMkLst>
        </pc:spChg>
        <pc:spChg chg="add mod">
          <ac:chgData name="Andrew Stone (Nokia)" userId="5e693d72-0831-418e-b3bc-937f682be9d6" providerId="ADAL" clId="{23AA7552-9185-5EEB-9431-C2796A246E54}" dt="2026-06-29T19:03:08.298" v="4652" actId="1076"/>
          <ac:spMkLst>
            <pc:docMk/>
            <pc:sldMk cId="2754887948" sldId="260"/>
            <ac:spMk id="81" creationId="{E6241DE2-FACB-E837-7452-13D53B15B392}"/>
          </ac:spMkLst>
        </pc:spChg>
        <pc:spChg chg="add mod">
          <ac:chgData name="Andrew Stone (Nokia)" userId="5e693d72-0831-418e-b3bc-937f682be9d6" providerId="ADAL" clId="{23AA7552-9185-5EEB-9431-C2796A246E54}" dt="2026-06-29T19:03:08.298" v="4652" actId="1076"/>
          <ac:spMkLst>
            <pc:docMk/>
            <pc:sldMk cId="2754887948" sldId="260"/>
            <ac:spMk id="85" creationId="{FCC998ED-6462-FB0A-25D5-6AC8934B493E}"/>
          </ac:spMkLst>
        </pc:spChg>
        <pc:spChg chg="add mod">
          <ac:chgData name="Andrew Stone (Nokia)" userId="5e693d72-0831-418e-b3bc-937f682be9d6" providerId="ADAL" clId="{23AA7552-9185-5EEB-9431-C2796A246E54}" dt="2026-06-29T19:04:34.025" v="4688" actId="20577"/>
          <ac:spMkLst>
            <pc:docMk/>
            <pc:sldMk cId="2754887948" sldId="260"/>
            <ac:spMk id="87" creationId="{7B1298D5-5513-8F7E-023A-42F2AFCAE49B}"/>
          </ac:spMkLst>
        </pc:spChg>
        <pc:spChg chg="add mod">
          <ac:chgData name="Andrew Stone (Nokia)" userId="5e693d72-0831-418e-b3bc-937f682be9d6" providerId="ADAL" clId="{23AA7552-9185-5EEB-9431-C2796A246E54}" dt="2026-06-29T19:04:27.576" v="4682" actId="1076"/>
          <ac:spMkLst>
            <pc:docMk/>
            <pc:sldMk cId="2754887948" sldId="260"/>
            <ac:spMk id="88" creationId="{EEE1B196-8053-1EDD-DBA6-A46285B46C45}"/>
          </ac:spMkLst>
        </pc:spChg>
        <pc:spChg chg="mod">
          <ac:chgData name="Andrew Stone (Nokia)" userId="5e693d72-0831-418e-b3bc-937f682be9d6" providerId="ADAL" clId="{23AA7552-9185-5EEB-9431-C2796A246E54}" dt="2026-06-29T19:04:26.578" v="4681" actId="1076"/>
          <ac:spMkLst>
            <pc:docMk/>
            <pc:sldMk cId="2754887948" sldId="260"/>
            <ac:spMk id="89" creationId="{D51F64D9-5FFD-827B-BDD5-56A994AAB348}"/>
          </ac:spMkLst>
        </pc:spChg>
        <pc:spChg chg="add del mod">
          <ac:chgData name="Andrew Stone (Nokia)" userId="5e693d72-0831-418e-b3bc-937f682be9d6" providerId="ADAL" clId="{23AA7552-9185-5EEB-9431-C2796A246E54}" dt="2026-06-29T19:03:19.645" v="4661" actId="478"/>
          <ac:spMkLst>
            <pc:docMk/>
            <pc:sldMk cId="2754887948" sldId="260"/>
            <ac:spMk id="90" creationId="{0A61FB14-63F3-B00D-8C79-E059B8C73221}"/>
          </ac:spMkLst>
        </pc:spChg>
        <pc:spChg chg="del">
          <ac:chgData name="Andrew Stone (Nokia)" userId="5e693d72-0831-418e-b3bc-937f682be9d6" providerId="ADAL" clId="{23AA7552-9185-5EEB-9431-C2796A246E54}" dt="2026-06-29T19:03:20.615" v="4662" actId="478"/>
          <ac:spMkLst>
            <pc:docMk/>
            <pc:sldMk cId="2754887948" sldId="260"/>
            <ac:spMk id="91" creationId="{B1CDE03E-ED21-CEAE-54BF-060128E93118}"/>
          </ac:spMkLst>
        </pc:spChg>
        <pc:spChg chg="add del mod">
          <ac:chgData name="Andrew Stone (Nokia)" userId="5e693d72-0831-418e-b3bc-937f682be9d6" providerId="ADAL" clId="{23AA7552-9185-5EEB-9431-C2796A246E54}" dt="2026-06-29T19:03:15.944" v="4656" actId="478"/>
          <ac:spMkLst>
            <pc:docMk/>
            <pc:sldMk cId="2754887948" sldId="260"/>
            <ac:spMk id="92" creationId="{9BF917C5-346A-20F5-D640-2064B4FC680A}"/>
          </ac:spMkLst>
        </pc:spChg>
        <pc:spChg chg="add mod">
          <ac:chgData name="Andrew Stone (Nokia)" userId="5e693d72-0831-418e-b3bc-937f682be9d6" providerId="ADAL" clId="{23AA7552-9185-5EEB-9431-C2796A246E54}" dt="2026-06-29T19:03:08.298" v="4652" actId="1076"/>
          <ac:spMkLst>
            <pc:docMk/>
            <pc:sldMk cId="2754887948" sldId="260"/>
            <ac:spMk id="95" creationId="{9862234C-A591-FCCD-67C3-D78B5352E403}"/>
          </ac:spMkLst>
        </pc:spChg>
        <pc:spChg chg="add mod">
          <ac:chgData name="Andrew Stone (Nokia)" userId="5e693d72-0831-418e-b3bc-937f682be9d6" providerId="ADAL" clId="{23AA7552-9185-5EEB-9431-C2796A246E54}" dt="2026-06-29T19:03:34.301" v="4663" actId="1076"/>
          <ac:spMkLst>
            <pc:docMk/>
            <pc:sldMk cId="2754887948" sldId="260"/>
            <ac:spMk id="96" creationId="{86DE2319-8056-42C3-583D-BD2830DD5868}"/>
          </ac:spMkLst>
        </pc:spChg>
        <pc:spChg chg="del">
          <ac:chgData name="Andrew Stone (Nokia)" userId="5e693d72-0831-418e-b3bc-937f682be9d6" providerId="ADAL" clId="{23AA7552-9185-5EEB-9431-C2796A246E54}" dt="2026-06-29T19:03:10.261" v="4653" actId="478"/>
          <ac:spMkLst>
            <pc:docMk/>
            <pc:sldMk cId="2754887948" sldId="260"/>
            <ac:spMk id="97" creationId="{C0B4E2AB-7AAA-A5CE-9EEE-7D53FBB08726}"/>
          </ac:spMkLst>
        </pc:spChg>
        <pc:spChg chg="del">
          <ac:chgData name="Andrew Stone (Nokia)" userId="5e693d72-0831-418e-b3bc-937f682be9d6" providerId="ADAL" clId="{23AA7552-9185-5EEB-9431-C2796A246E54}" dt="2026-06-29T19:03:15.252" v="4655" actId="478"/>
          <ac:spMkLst>
            <pc:docMk/>
            <pc:sldMk cId="2754887948" sldId="260"/>
            <ac:spMk id="98" creationId="{4115B808-CD01-8B36-E18A-D204325EC256}"/>
          </ac:spMkLst>
        </pc:spChg>
        <pc:spChg chg="del">
          <ac:chgData name="Andrew Stone (Nokia)" userId="5e693d72-0831-418e-b3bc-937f682be9d6" providerId="ADAL" clId="{23AA7552-9185-5EEB-9431-C2796A246E54}" dt="2026-06-29T19:03:17.565" v="4658" actId="478"/>
          <ac:spMkLst>
            <pc:docMk/>
            <pc:sldMk cId="2754887948" sldId="260"/>
            <ac:spMk id="99" creationId="{7F971C0A-8E37-4784-0EC7-6090E95A26D8}"/>
          </ac:spMkLst>
        </pc:spChg>
        <pc:spChg chg="add del mod">
          <ac:chgData name="Andrew Stone (Nokia)" userId="5e693d72-0831-418e-b3bc-937f682be9d6" providerId="ADAL" clId="{23AA7552-9185-5EEB-9431-C2796A246E54}" dt="2026-06-29T19:03:16.634" v="4657" actId="478"/>
          <ac:spMkLst>
            <pc:docMk/>
            <pc:sldMk cId="2754887948" sldId="260"/>
            <ac:spMk id="100" creationId="{074E0063-2897-6097-53D7-7CE048A8E739}"/>
          </ac:spMkLst>
        </pc:spChg>
        <pc:spChg chg="add del mod">
          <ac:chgData name="Andrew Stone (Nokia)" userId="5e693d72-0831-418e-b3bc-937f682be9d6" providerId="ADAL" clId="{23AA7552-9185-5EEB-9431-C2796A246E54}" dt="2026-06-29T19:03:18.010" v="4659" actId="478"/>
          <ac:spMkLst>
            <pc:docMk/>
            <pc:sldMk cId="2754887948" sldId="260"/>
            <ac:spMk id="101" creationId="{FD4E580C-96F7-F4BB-46AB-C11EA7236731}"/>
          </ac:spMkLst>
        </pc:spChg>
        <pc:spChg chg="del">
          <ac:chgData name="Andrew Stone (Nokia)" userId="5e693d72-0831-418e-b3bc-937f682be9d6" providerId="ADAL" clId="{23AA7552-9185-5EEB-9431-C2796A246E54}" dt="2026-06-29T19:03:18.597" v="4660" actId="478"/>
          <ac:spMkLst>
            <pc:docMk/>
            <pc:sldMk cId="2754887948" sldId="260"/>
            <ac:spMk id="102" creationId="{A19AF4F2-B73D-0D4B-5107-D3A2C3A84769}"/>
          </ac:spMkLst>
        </pc:spChg>
        <pc:spChg chg="add mod">
          <ac:chgData name="Andrew Stone (Nokia)" userId="5e693d72-0831-418e-b3bc-937f682be9d6" providerId="ADAL" clId="{23AA7552-9185-5EEB-9431-C2796A246E54}" dt="2026-06-29T19:05:07.645" v="4717" actId="20577"/>
          <ac:spMkLst>
            <pc:docMk/>
            <pc:sldMk cId="2754887948" sldId="260"/>
            <ac:spMk id="113" creationId="{E4F32159-CA7E-B100-48F6-4D605B0D4EC8}"/>
          </ac:spMkLst>
        </pc:spChg>
        <pc:spChg chg="add mod">
          <ac:chgData name="Andrew Stone (Nokia)" userId="5e693d72-0831-418e-b3bc-937f682be9d6" providerId="ADAL" clId="{23AA7552-9185-5EEB-9431-C2796A246E54}" dt="2026-06-29T19:05:04.647" v="4715" actId="1076"/>
          <ac:spMkLst>
            <pc:docMk/>
            <pc:sldMk cId="2754887948" sldId="260"/>
            <ac:spMk id="114" creationId="{7EC30793-D9B4-EC3F-1501-F4411C916F5D}"/>
          </ac:spMkLst>
        </pc:spChg>
        <pc:spChg chg="add mod">
          <ac:chgData name="Andrew Stone (Nokia)" userId="5e693d72-0831-418e-b3bc-937f682be9d6" providerId="ADAL" clId="{23AA7552-9185-5EEB-9431-C2796A246E54}" dt="2026-06-29T19:05:15.216" v="4723" actId="20577"/>
          <ac:spMkLst>
            <pc:docMk/>
            <pc:sldMk cId="2754887948" sldId="260"/>
            <ac:spMk id="115" creationId="{4397E1B7-4CA8-8E71-AE01-09819EBAC2B9}"/>
          </ac:spMkLst>
        </pc:spChg>
        <pc:spChg chg="add mod">
          <ac:chgData name="Andrew Stone (Nokia)" userId="5e693d72-0831-418e-b3bc-937f682be9d6" providerId="ADAL" clId="{23AA7552-9185-5EEB-9431-C2796A246E54}" dt="2026-06-29T19:05:27.716" v="4735" actId="20577"/>
          <ac:spMkLst>
            <pc:docMk/>
            <pc:sldMk cId="2754887948" sldId="260"/>
            <ac:spMk id="116" creationId="{010527CD-40BC-C63B-EB85-8B8563634471}"/>
          </ac:spMkLst>
        </pc:spChg>
        <pc:spChg chg="add mod">
          <ac:chgData name="Andrew Stone (Nokia)" userId="5e693d72-0831-418e-b3bc-937f682be9d6" providerId="ADAL" clId="{23AA7552-9185-5EEB-9431-C2796A246E54}" dt="2026-06-29T19:21:48.959" v="5791" actId="255"/>
          <ac:spMkLst>
            <pc:docMk/>
            <pc:sldMk cId="2754887948" sldId="260"/>
            <ac:spMk id="117" creationId="{2DBFAD1A-E89E-5B1B-4063-7230D1C877EB}"/>
          </ac:spMkLst>
        </pc:spChg>
        <pc:spChg chg="add mod">
          <ac:chgData name="Andrew Stone (Nokia)" userId="5e693d72-0831-418e-b3bc-937f682be9d6" providerId="ADAL" clId="{23AA7552-9185-5EEB-9431-C2796A246E54}" dt="2026-06-29T19:21:57.517" v="5821" actId="20577"/>
          <ac:spMkLst>
            <pc:docMk/>
            <pc:sldMk cId="2754887948" sldId="260"/>
            <ac:spMk id="118" creationId="{436F44BC-AD25-FB17-3FBE-4D38D305668F}"/>
          </ac:spMkLst>
        </pc:spChg>
        <pc:spChg chg="add mod">
          <ac:chgData name="Andrew Stone (Nokia)" userId="5e693d72-0831-418e-b3bc-937f682be9d6" providerId="ADAL" clId="{23AA7552-9185-5EEB-9431-C2796A246E54}" dt="2026-06-29T19:06:40.879" v="4825" actId="20577"/>
          <ac:spMkLst>
            <pc:docMk/>
            <pc:sldMk cId="2754887948" sldId="260"/>
            <ac:spMk id="119" creationId="{44F098FC-C237-0403-E8F8-A56BBE96A182}"/>
          </ac:spMkLst>
        </pc:spChg>
        <pc:spChg chg="add mod">
          <ac:chgData name="Andrew Stone (Nokia)" userId="5e693d72-0831-418e-b3bc-937f682be9d6" providerId="ADAL" clId="{23AA7552-9185-5EEB-9431-C2796A246E54}" dt="2026-06-29T19:06:46.720" v="4829" actId="20577"/>
          <ac:spMkLst>
            <pc:docMk/>
            <pc:sldMk cId="2754887948" sldId="260"/>
            <ac:spMk id="120" creationId="{724435CF-8F35-1681-8CD5-3FC3D5C491C4}"/>
          </ac:spMkLst>
        </pc:spChg>
        <pc:spChg chg="add del mod">
          <ac:chgData name="Andrew Stone (Nokia)" userId="5e693d72-0831-418e-b3bc-937f682be9d6" providerId="ADAL" clId="{23AA7552-9185-5EEB-9431-C2796A246E54}" dt="2026-06-29T19:13:07.537" v="5271" actId="478"/>
          <ac:spMkLst>
            <pc:docMk/>
            <pc:sldMk cId="2754887948" sldId="260"/>
            <ac:spMk id="121" creationId="{AB320FB5-E21D-6724-055E-CB19B178AEFF}"/>
          </ac:spMkLst>
        </pc:spChg>
        <pc:spChg chg="add mod">
          <ac:chgData name="Andrew Stone (Nokia)" userId="5e693d72-0831-418e-b3bc-937f682be9d6" providerId="ADAL" clId="{23AA7552-9185-5EEB-9431-C2796A246E54}" dt="2026-06-29T19:22:14.079" v="5872" actId="20577"/>
          <ac:spMkLst>
            <pc:docMk/>
            <pc:sldMk cId="2754887948" sldId="260"/>
            <ac:spMk id="122" creationId="{919619D2-6EF9-003F-595D-6147BCCE4768}"/>
          </ac:spMkLst>
        </pc:spChg>
        <pc:cxnChg chg="mod">
          <ac:chgData name="Andrew Stone (Nokia)" userId="5e693d72-0831-418e-b3bc-937f682be9d6" providerId="ADAL" clId="{23AA7552-9185-5EEB-9431-C2796A246E54}" dt="2026-06-29T19:04:07.631" v="4672" actId="1076"/>
          <ac:cxnSpMkLst>
            <pc:docMk/>
            <pc:sldMk cId="2754887948" sldId="260"/>
            <ac:cxnSpMk id="76" creationId="{94C5D670-6E09-F9F7-899C-CC870447E977}"/>
          </ac:cxnSpMkLst>
        </pc:cxnChg>
        <pc:cxnChg chg="add mod">
          <ac:chgData name="Andrew Stone (Nokia)" userId="5e693d72-0831-418e-b3bc-937f682be9d6" providerId="ADAL" clId="{23AA7552-9185-5EEB-9431-C2796A246E54}" dt="2026-06-29T19:04:07.631" v="4672" actId="1076"/>
          <ac:cxnSpMkLst>
            <pc:docMk/>
            <pc:sldMk cId="2754887948" sldId="260"/>
            <ac:cxnSpMk id="105" creationId="{518F1C3E-F282-E64D-31F6-B51674E5E028}"/>
          </ac:cxnSpMkLst>
        </pc:cxnChg>
      </pc:sldChg>
      <pc:sldChg chg="modSp mod">
        <pc:chgData name="Andrew Stone (Nokia)" userId="5e693d72-0831-418e-b3bc-937f682be9d6" providerId="ADAL" clId="{23AA7552-9185-5EEB-9431-C2796A246E54}" dt="2026-06-29T18:16:16.811" v="3948" actId="20577"/>
        <pc:sldMkLst>
          <pc:docMk/>
          <pc:sldMk cId="975666976" sldId="262"/>
        </pc:sldMkLst>
        <pc:spChg chg="mod">
          <ac:chgData name="Andrew Stone (Nokia)" userId="5e693d72-0831-418e-b3bc-937f682be9d6" providerId="ADAL" clId="{23AA7552-9185-5EEB-9431-C2796A246E54}" dt="2026-06-29T18:14:05.636" v="3716" actId="20577"/>
          <ac:spMkLst>
            <pc:docMk/>
            <pc:sldMk cId="975666976" sldId="262"/>
            <ac:spMk id="2" creationId="{2D425DCD-07C8-AC2B-7197-CC0A4DBFE563}"/>
          </ac:spMkLst>
        </pc:spChg>
        <pc:spChg chg="mod">
          <ac:chgData name="Andrew Stone (Nokia)" userId="5e693d72-0831-418e-b3bc-937f682be9d6" providerId="ADAL" clId="{23AA7552-9185-5EEB-9431-C2796A246E54}" dt="2026-06-29T18:16:16.811" v="3948" actId="20577"/>
          <ac:spMkLst>
            <pc:docMk/>
            <pc:sldMk cId="975666976" sldId="262"/>
            <ac:spMk id="3" creationId="{E60AE7E7-7215-E035-FB36-1C9B8463BB94}"/>
          </ac:spMkLst>
        </pc:spChg>
      </pc:sldChg>
      <pc:sldChg chg="modSp mod ord">
        <pc:chgData name="Andrew Stone (Nokia)" userId="5e693d72-0831-418e-b3bc-937f682be9d6" providerId="ADAL" clId="{23AA7552-9185-5EEB-9431-C2796A246E54}" dt="2026-06-29T19:00:46.040" v="4404" actId="20577"/>
        <pc:sldMkLst>
          <pc:docMk/>
          <pc:sldMk cId="3270141686" sldId="264"/>
        </pc:sldMkLst>
        <pc:spChg chg="mod">
          <ac:chgData name="Andrew Stone (Nokia)" userId="5e693d72-0831-418e-b3bc-937f682be9d6" providerId="ADAL" clId="{23AA7552-9185-5EEB-9431-C2796A246E54}" dt="2026-06-29T19:00:46.040" v="4404" actId="20577"/>
          <ac:spMkLst>
            <pc:docMk/>
            <pc:sldMk cId="3270141686" sldId="264"/>
            <ac:spMk id="4" creationId="{64152080-622F-442E-A102-869E6FFC654E}"/>
          </ac:spMkLst>
        </pc:spChg>
      </pc:sldChg>
      <pc:sldChg chg="ord">
        <pc:chgData name="Andrew Stone (Nokia)" userId="5e693d72-0831-418e-b3bc-937f682be9d6" providerId="ADAL" clId="{23AA7552-9185-5EEB-9431-C2796A246E54}" dt="2026-06-29T19:00:37.526" v="4396" actId="20578"/>
        <pc:sldMkLst>
          <pc:docMk/>
          <pc:sldMk cId="972341115" sldId="266"/>
        </pc:sldMkLst>
      </pc:sldChg>
      <pc:sldChg chg="modSp add mod">
        <pc:chgData name="Andrew Stone (Nokia)" userId="5e693d72-0831-418e-b3bc-937f682be9d6" providerId="ADAL" clId="{23AA7552-9185-5EEB-9431-C2796A246E54}" dt="2026-06-29T19:19:05.971" v="5787" actId="20577"/>
        <pc:sldMkLst>
          <pc:docMk/>
          <pc:sldMk cId="1852420669" sldId="267"/>
        </pc:sldMkLst>
        <pc:spChg chg="mod">
          <ac:chgData name="Andrew Stone (Nokia)" userId="5e693d72-0831-418e-b3bc-937f682be9d6" providerId="ADAL" clId="{23AA7552-9185-5EEB-9431-C2796A246E54}" dt="2026-06-29T19:19:05.971" v="5787" actId="20577"/>
          <ac:spMkLst>
            <pc:docMk/>
            <pc:sldMk cId="1852420669" sldId="267"/>
            <ac:spMk id="20" creationId="{81C5225D-81F5-D39B-D451-9296B77D5944}"/>
          </ac:spMkLst>
        </pc:spChg>
      </pc:sldChg>
      <pc:sldChg chg="del">
        <pc:chgData name="Andrew Stone (Nokia)" userId="5e693d72-0831-418e-b3bc-937f682be9d6" providerId="ADAL" clId="{23AA7552-9185-5EEB-9431-C2796A246E54}" dt="2026-06-29T18:15:44.506" v="3890" actId="2696"/>
        <pc:sldMkLst>
          <pc:docMk/>
          <pc:sldMk cId="4231867602" sldId="267"/>
        </pc:sldMkLst>
      </pc:sldChg>
      <pc:sldChg chg="modSp add mod ord">
        <pc:chgData name="Andrew Stone (Nokia)" userId="5e693d72-0831-418e-b3bc-937f682be9d6" providerId="ADAL" clId="{23AA7552-9185-5EEB-9431-C2796A246E54}" dt="2026-06-29T19:03:00.486" v="4649" actId="20578"/>
        <pc:sldMkLst>
          <pc:docMk/>
          <pc:sldMk cId="2672411743" sldId="268"/>
        </pc:sldMkLst>
        <pc:spChg chg="mod">
          <ac:chgData name="Andrew Stone (Nokia)" userId="5e693d72-0831-418e-b3bc-937f682be9d6" providerId="ADAL" clId="{23AA7552-9185-5EEB-9431-C2796A246E54}" dt="2026-06-29T19:02:58.502" v="4648" actId="20577"/>
          <ac:spMkLst>
            <pc:docMk/>
            <pc:sldMk cId="2672411743" sldId="268"/>
            <ac:spMk id="2" creationId="{0E491A17-1BFA-004D-4DEC-C9B653FF18C7}"/>
          </ac:spMkLst>
        </pc:spChg>
      </pc:sldChg>
      <pc:sldChg chg="del">
        <pc:chgData name="Andrew Stone (Nokia)" userId="5e693d72-0831-418e-b3bc-937f682be9d6" providerId="ADAL" clId="{23AA7552-9185-5EEB-9431-C2796A246E54}" dt="2026-06-29T18:15:43.699" v="3889" actId="2696"/>
        <pc:sldMkLst>
          <pc:docMk/>
          <pc:sldMk cId="3946934659" sldId="268"/>
        </pc:sldMkLst>
      </pc:sldChg>
      <pc:sldChg chg="del">
        <pc:chgData name="Andrew Stone (Nokia)" userId="5e693d72-0831-418e-b3bc-937f682be9d6" providerId="ADAL" clId="{23AA7552-9185-5EEB-9431-C2796A246E54}" dt="2026-06-29T18:15:45.084" v="3891" actId="2696"/>
        <pc:sldMkLst>
          <pc:docMk/>
          <pc:sldMk cId="445312685" sldId="269"/>
        </pc:sldMkLst>
      </pc:sldChg>
      <pc:sldChg chg="del">
        <pc:chgData name="Andrew Stone (Nokia)" userId="5e693d72-0831-418e-b3bc-937f682be9d6" providerId="ADAL" clId="{23AA7552-9185-5EEB-9431-C2796A246E54}" dt="2026-06-29T18:15:45.681" v="3892" actId="2696"/>
        <pc:sldMkLst>
          <pc:docMk/>
          <pc:sldMk cId="1549223711" sldId="270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BC8E05-7B12-154C-9D4F-5CA98AA7EAAB}" type="datetimeFigureOut">
              <a:rPr lang="en-US" smtClean="0"/>
              <a:t>6/29/26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52D79E-D767-A04B-84D8-67046D8EC0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68881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44D658-7DB8-29E3-47E6-A0481C2FA4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83D101-4F46-554F-C3DD-1610785339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232789-342E-EF49-7BF5-349FA905A0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ED73BA-F7A2-D52B-488E-C8081A67C0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52D79E-D767-A04B-84D8-67046D8EC02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85951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3F9563-6F38-5114-754B-02ED8ED7D5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CF9DEB-89E7-C131-E0AE-60D3A933B6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C1F940-2686-B844-BF4D-9AD1EDFB38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2CC097-22AC-3A69-C6E9-B2ED9682FC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52D79E-D767-A04B-84D8-67046D8EC02E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10549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B91ACE-EE5C-4DC7-4954-AD446A896B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FDF0D7-F45D-CF40-63BA-7804508A1F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3DC6FD-DB82-8D3F-98CF-A5FDD5FCFD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CE0265-3909-D515-6717-AEE437ADBC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52D79E-D767-A04B-84D8-67046D8EC02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82078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B11EB0-B85F-214E-BBEA-AA40886D02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901B70-F4AB-104F-AC63-3D96A72532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03EABD-23F4-0747-9153-4E13BAA2BA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0D5A65-6FA8-2140-AEF8-F0043B51BEFD}" type="datetime1">
              <a:rPr lang="en-CA" smtClean="0"/>
              <a:t>2026-06-29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A7E981-A106-0449-8EA2-B99FD64980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2037B3-4C8B-BE4B-97E3-91E03FEC90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CB386-7125-DC4F-9300-510185DC52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8344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49C2B9-0DAD-714D-A29C-DF69B8BCA7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E1851E-907C-3B41-A06C-7C32FAA29B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6726F6-1921-B64B-899F-AB60D5720C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31CC93-3697-8D48-BDEA-1F3CF20B5B07}" type="datetime1">
              <a:rPr lang="en-CA" smtClean="0"/>
              <a:t>2026-06-29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CB1069-09D9-6041-98F0-D557A35EA0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899E96-C211-1740-9A1B-6DD9E1833A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CB386-7125-DC4F-9300-510185DC52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19272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80570-7D2F-BE49-9F9B-547D99C699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C70A7B-45D9-D344-AC63-0DD29F5433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277454-B460-8D48-8043-706B52F8D6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36481F-C136-B24D-8E8D-D1CBB612ECD8}" type="datetime1">
              <a:rPr lang="en-CA" smtClean="0"/>
              <a:t>2026-06-29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C68686-14A2-4C43-91F2-62EAD2FFE6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8B54C5-34E3-0046-BAB9-5899CA39F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CB386-7125-DC4F-9300-510185DC52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21724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0868A2-53EA-1842-80B5-44CDC0408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30D3B0-216C-F449-A882-E721FC9336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2AF1D-C44F-EB43-82CB-4E348B896D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A3FD7D-35FB-A741-9F49-0B2BAFFC3C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A8B5B4-6696-7A44-8ECB-1083A2530666}" type="datetime1">
              <a:rPr lang="en-CA" smtClean="0"/>
              <a:t>2026-06-29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A650C1-5764-B247-83E1-7EF60EC0E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22A3EE-9089-E54B-A3EB-6058332D7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CB386-7125-DC4F-9300-510185DC52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7227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BF95C-2155-E041-A39C-4718903967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1FEDE6-1FD8-974A-B507-F095BAE766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297681-7FC3-184C-80DC-A3C23AB51C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49B73B0-5C09-E242-9CA0-3A0E0687E8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589CF4E-02EC-C54E-9C9C-70D3E18B925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01EC13A-D35F-4B40-B9D9-052D1DCDA9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111EA-2F92-3D49-B8CB-A14BCA938DC6}" type="datetime1">
              <a:rPr lang="en-CA" smtClean="0"/>
              <a:t>2026-06-29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1F0A387-BDD8-C846-A599-FB9A629DA9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0BF4B9A-F530-7D49-9ECC-76E9F7999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CB386-7125-DC4F-9300-510185DC52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62560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5FE346-4DCD-B54D-8F71-5E1EFDA85A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7BC0DBE-8184-FD44-8843-047EBD8110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4A797F-E294-6843-86CC-BDEB2749A06A}" type="datetime1">
              <a:rPr lang="en-CA" smtClean="0"/>
              <a:t>2026-06-29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54615-9343-D04E-B0F7-0B0E31B10E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116ECA-7E80-B148-9265-357F7FCC3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CB386-7125-DC4F-9300-510185DC52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66911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05EC773-DAD9-7F45-9D20-649D0CBC7B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4E3E37-777F-7543-9A81-4F3F097C7C9F}" type="datetime1">
              <a:rPr lang="en-CA" smtClean="0"/>
              <a:t>2026-06-29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B25654-153A-7C47-A6A8-2F6EAACA0F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8C6BF7-5DBA-8040-B0B9-202A5CD13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CB386-7125-DC4F-9300-510185DC52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45940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7C40D-ED62-024D-840E-C793C19595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77BAB8-EDAF-7646-B35A-B612A320A1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8107C8F-63E8-8146-80B6-6A016700DC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876635-558A-E54D-8C97-92CBF3918E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4A878-4A25-C947-8C5F-29BC9B45B0F9}" type="datetime1">
              <a:rPr lang="en-CA" smtClean="0"/>
              <a:t>2026-06-29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D95431-DB59-E645-9F74-790E4CDF49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095283-6A32-2D4B-8790-CE69DBD182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CB386-7125-DC4F-9300-510185DC52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27749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A9C579-3001-5743-84DF-5877455400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71066B3-9DAC-0043-A8AD-D71C2C17990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7BAD2D0-38D4-8540-B165-912C452B09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DC2067-82F9-7E4D-96FE-F467ED1FD1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9E3C6-34F9-0A4B-8F37-22002078A4D7}" type="datetime1">
              <a:rPr lang="en-CA" smtClean="0"/>
              <a:t>2026-06-29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FC9A653-5397-604A-ADEC-9EEC4413F3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E88BF4-5EA6-8949-A866-4DF5D9BB3E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CB386-7125-DC4F-9300-510185DC52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0230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C767BE-ED62-3742-8D2C-9B188BD1AA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71552B0-8C7F-B846-A2D7-3417BCF3B1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30B88F-76CD-7744-BD5C-E004D1794A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833B90-B2CE-6541-9742-F010A895A027}" type="datetime1">
              <a:rPr lang="en-CA" smtClean="0"/>
              <a:t>2026-06-29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0AC3CF-2DFC-084A-B8DB-01667E4673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1736EE-2CAC-5544-8AEB-7F2861AB40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CB386-7125-DC4F-9300-510185DC52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65307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899F770-F3CB-5D49-B9F1-03507E79139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8A42F2D-51C4-1C43-A86C-5D1EFCCAEF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5F9CBB-44C6-EA43-A477-6F380CCF60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6A6ACA-1BFE-0647-8620-6A886CD4068C}" type="datetime1">
              <a:rPr lang="en-CA" smtClean="0"/>
              <a:t>2026-06-29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538D55-817A-3A4F-9879-D0B49351BB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8D6ECE-11A0-0E47-929F-CBF7EFAAC2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CB386-7125-DC4F-9300-510185DC52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51694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FAC91F5-C3AB-FF42-97BF-CFC02E3303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887DF2-86AC-2342-B60D-19924657D4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CF36DB-7B9A-8147-88C7-767C11EA22A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FC1E69-0748-E242-8799-5CC00B345A76}" type="datetime1">
              <a:rPr lang="en-CA" smtClean="0"/>
              <a:t>2026-06-29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CE6083-5BFC-3846-8572-AFF99E79EE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ADB0C9-FEBD-8541-B022-ECF0778E70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1CB386-7125-DC4F-9300-510185DC52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62297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79E0D-E053-2444-A769-A0F98DD7DB3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134475"/>
            <a:ext cx="12192000" cy="2387600"/>
          </a:xfrm>
        </p:spPr>
        <p:txBody>
          <a:bodyPr anchor="ctr">
            <a:normAutofit/>
          </a:bodyPr>
          <a:lstStyle/>
          <a:p>
            <a:r>
              <a:rPr lang="en-CA" sz="4800" b="1" dirty="0"/>
              <a:t>Multipath Traffic Engineering </a:t>
            </a:r>
            <a:br>
              <a:rPr lang="en-CA" sz="4800" b="1" dirty="0"/>
            </a:br>
            <a:r>
              <a:rPr lang="en-CA" sz="4800" b="1" dirty="0"/>
              <a:t>for Segment Routing</a:t>
            </a:r>
            <a:endParaRPr lang="en-US" sz="48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233BED0-9E8D-D245-BFB1-5A14FC050A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987054"/>
          </a:xfrm>
        </p:spPr>
        <p:txBody>
          <a:bodyPr>
            <a:normAutofit/>
          </a:bodyPr>
          <a:lstStyle/>
          <a:p>
            <a:r>
              <a:rPr lang="en-US" dirty="0"/>
              <a:t>draft-stone-spring-</a:t>
            </a:r>
            <a:r>
              <a:rPr lang="en-US" dirty="0" err="1"/>
              <a:t>mpte</a:t>
            </a:r>
            <a:r>
              <a:rPr lang="en-US" dirty="0"/>
              <a:t>-</a:t>
            </a:r>
            <a:r>
              <a:rPr lang="en-US" dirty="0" err="1"/>
              <a:t>sr</a:t>
            </a:r>
            <a:endParaRPr lang="en-US" dirty="0"/>
          </a:p>
          <a:p>
            <a:r>
              <a:rPr lang="en-US" dirty="0"/>
              <a:t>IETF 126 – Vienna</a:t>
            </a:r>
            <a:endParaRPr lang="en-US" b="1" u="sng" dirty="0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212D715C-4ACC-1948-821B-9DA38B3DB0BA}"/>
              </a:ext>
            </a:extLst>
          </p:cNvPr>
          <p:cNvSpPr txBox="1">
            <a:spLocks/>
          </p:cNvSpPr>
          <p:nvPr/>
        </p:nvSpPr>
        <p:spPr>
          <a:xfrm>
            <a:off x="0" y="4681167"/>
            <a:ext cx="12192000" cy="201635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i="1" dirty="0"/>
              <a:t>Andrew Stone (</a:t>
            </a:r>
            <a:r>
              <a:rPr lang="en-US" sz="1200" i="1" dirty="0" err="1"/>
              <a:t>andrew.stone@nokia.com</a:t>
            </a:r>
            <a:r>
              <a:rPr lang="en-US" sz="1200" i="1" dirty="0"/>
              <a:t>) – Presenter</a:t>
            </a:r>
          </a:p>
          <a:p>
            <a:r>
              <a:rPr lang="en-US" sz="1200" i="1" dirty="0"/>
              <a:t>Vishnu Pavan Beeram – (</a:t>
            </a:r>
            <a:r>
              <a:rPr lang="en-US" sz="1200" i="1" dirty="0" err="1"/>
              <a:t>vbeeram@juniper.net</a:t>
            </a:r>
            <a:r>
              <a:rPr lang="en-US" sz="1200" i="1" dirty="0"/>
              <a:t>)</a:t>
            </a:r>
          </a:p>
          <a:p>
            <a:r>
              <a:rPr lang="en-US" sz="1200" i="1" dirty="0"/>
              <a:t>Nick </a:t>
            </a:r>
            <a:r>
              <a:rPr lang="en-US" sz="1200" i="1" dirty="0" err="1"/>
              <a:t>Buraglio</a:t>
            </a:r>
            <a:r>
              <a:rPr lang="en-US" sz="1200" i="1" dirty="0"/>
              <a:t> - (</a:t>
            </a:r>
            <a:r>
              <a:rPr lang="en-US" sz="1200" i="1" dirty="0" err="1"/>
              <a:t>buraglio@forwardingplane.net</a:t>
            </a:r>
            <a:r>
              <a:rPr lang="en-US" sz="1200" i="1" dirty="0"/>
              <a:t>)</a:t>
            </a:r>
          </a:p>
          <a:p>
            <a:r>
              <a:rPr lang="en-US" sz="1200" i="1" dirty="0" err="1"/>
              <a:t>Shaofu</a:t>
            </a:r>
            <a:r>
              <a:rPr lang="en-US" sz="1200" i="1" dirty="0"/>
              <a:t> Peng - (</a:t>
            </a:r>
            <a:r>
              <a:rPr lang="en-US" sz="1200" i="1" dirty="0" err="1"/>
              <a:t>peng.shaofu@zte.com.cn</a:t>
            </a:r>
            <a:r>
              <a:rPr lang="en-US" sz="1200" i="1" dirty="0"/>
              <a:t>)</a:t>
            </a:r>
          </a:p>
          <a:p>
            <a:endParaRPr lang="en-US" sz="1200" i="1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28F784-DD0B-77DA-D7EB-E1ABF3463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CB386-7125-DC4F-9300-510185DC52B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58089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7C314F-9614-9FA1-BBA3-FCC13BE71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28025-8DE7-F706-7D91-0800D702D0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3786" y="-4611"/>
            <a:ext cx="10515600" cy="1325563"/>
          </a:xfrm>
        </p:spPr>
        <p:txBody>
          <a:bodyPr/>
          <a:lstStyle/>
          <a:p>
            <a:r>
              <a:rPr lang="en-US" dirty="0"/>
              <a:t>Recap - draft-stone-spring-</a:t>
            </a:r>
            <a:r>
              <a:rPr lang="en-US" dirty="0" err="1"/>
              <a:t>mpte</a:t>
            </a:r>
            <a:r>
              <a:rPr lang="en-US" dirty="0"/>
              <a:t>-</a:t>
            </a:r>
            <a:r>
              <a:rPr lang="en-US" dirty="0" err="1"/>
              <a:t>sr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6BDB291-0349-C6F6-F105-8BA335CB85F4}"/>
              </a:ext>
            </a:extLst>
          </p:cNvPr>
          <p:cNvSpPr txBox="1"/>
          <p:nvPr/>
        </p:nvSpPr>
        <p:spPr>
          <a:xfrm>
            <a:off x="433785" y="1333064"/>
            <a:ext cx="7965994" cy="337335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How to achieve MPTE (draft-</a:t>
            </a:r>
            <a:r>
              <a:rPr lang="en-US" dirty="0" err="1"/>
              <a:t>kompella</a:t>
            </a:r>
            <a:r>
              <a:rPr lang="en-US" dirty="0"/>
              <a:t>-teas-</a:t>
            </a:r>
            <a:r>
              <a:rPr lang="en-US" dirty="0" err="1"/>
              <a:t>mpte</a:t>
            </a:r>
            <a:r>
              <a:rPr lang="en-US" dirty="0"/>
              <a:t>) with SR and a controller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ECMP + Non-ECMP Slack + TE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Junction Segments deployed throughout DAG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Incoming SID (Binding SID)</a:t>
            </a:r>
            <a:endParaRPr lang="en-US" dirty="0">
              <a:ea typeface="Calibri"/>
              <a:cs typeface="Calibri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Outgoing SID list(s)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SR Path to Junction + Junction SID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Weight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Junction segments realized with an SR Policy Candidate Path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77EFF5-48E1-0972-98C2-21BB94595D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CB386-7125-DC4F-9300-510185DC52B7}" type="slidenum">
              <a:rPr lang="en-US" smtClean="0"/>
              <a:t>2</a:t>
            </a:fld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2282251-2F43-6F1D-CFA0-57FAA02C0D1D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 flipH="1">
            <a:off x="8557136" y="4073878"/>
            <a:ext cx="5431" cy="53401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Cube 10">
            <a:extLst>
              <a:ext uri="{FF2B5EF4-FFF2-40B4-BE49-F238E27FC236}">
                <a16:creationId xmlns:a16="http://schemas.microsoft.com/office/drawing/2014/main" id="{D148E861-3FF7-A9C6-7466-92B757585FBB}"/>
              </a:ext>
            </a:extLst>
          </p:cNvPr>
          <p:cNvSpPr/>
          <p:nvPr/>
        </p:nvSpPr>
        <p:spPr>
          <a:xfrm>
            <a:off x="8297436" y="2938525"/>
            <a:ext cx="614734" cy="371302"/>
          </a:xfrm>
          <a:prstGeom prst="cub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12" name="Cube 11">
            <a:extLst>
              <a:ext uri="{FF2B5EF4-FFF2-40B4-BE49-F238E27FC236}">
                <a16:creationId xmlns:a16="http://schemas.microsoft.com/office/drawing/2014/main" id="{A771307A-BC10-10B5-0E2B-1FA19737D81A}"/>
              </a:ext>
            </a:extLst>
          </p:cNvPr>
          <p:cNvSpPr/>
          <p:nvPr/>
        </p:nvSpPr>
        <p:spPr>
          <a:xfrm>
            <a:off x="8301613" y="3702576"/>
            <a:ext cx="614734" cy="371302"/>
          </a:xfrm>
          <a:prstGeom prst="cub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13" name="Cube 12">
            <a:extLst>
              <a:ext uri="{FF2B5EF4-FFF2-40B4-BE49-F238E27FC236}">
                <a16:creationId xmlns:a16="http://schemas.microsoft.com/office/drawing/2014/main" id="{BBC69F81-2027-5487-8381-FDE056B6281B}"/>
              </a:ext>
            </a:extLst>
          </p:cNvPr>
          <p:cNvSpPr/>
          <p:nvPr/>
        </p:nvSpPr>
        <p:spPr>
          <a:xfrm>
            <a:off x="7140561" y="3709151"/>
            <a:ext cx="614734" cy="371302"/>
          </a:xfrm>
          <a:prstGeom prst="cub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14" name="Cube 13">
            <a:extLst>
              <a:ext uri="{FF2B5EF4-FFF2-40B4-BE49-F238E27FC236}">
                <a16:creationId xmlns:a16="http://schemas.microsoft.com/office/drawing/2014/main" id="{BDB5BDEC-D7BF-1539-34F4-8529582304FB}"/>
              </a:ext>
            </a:extLst>
          </p:cNvPr>
          <p:cNvSpPr/>
          <p:nvPr/>
        </p:nvSpPr>
        <p:spPr>
          <a:xfrm>
            <a:off x="8296182" y="4515065"/>
            <a:ext cx="614734" cy="371302"/>
          </a:xfrm>
          <a:prstGeom prst="cub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</a:t>
            </a:r>
          </a:p>
        </p:txBody>
      </p:sp>
      <p:sp>
        <p:nvSpPr>
          <p:cNvPr id="15" name="Cube 14">
            <a:extLst>
              <a:ext uri="{FF2B5EF4-FFF2-40B4-BE49-F238E27FC236}">
                <a16:creationId xmlns:a16="http://schemas.microsoft.com/office/drawing/2014/main" id="{2ACE8F4C-4179-79A3-D496-A791EF662C67}"/>
              </a:ext>
            </a:extLst>
          </p:cNvPr>
          <p:cNvSpPr/>
          <p:nvPr/>
        </p:nvSpPr>
        <p:spPr>
          <a:xfrm>
            <a:off x="9686609" y="4515065"/>
            <a:ext cx="614734" cy="371302"/>
          </a:xfrm>
          <a:prstGeom prst="cub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16" name="Cube 15">
            <a:extLst>
              <a:ext uri="{FF2B5EF4-FFF2-40B4-BE49-F238E27FC236}">
                <a16:creationId xmlns:a16="http://schemas.microsoft.com/office/drawing/2014/main" id="{4097E097-16B2-A89E-3D44-03188858EAF3}"/>
              </a:ext>
            </a:extLst>
          </p:cNvPr>
          <p:cNvSpPr/>
          <p:nvPr/>
        </p:nvSpPr>
        <p:spPr>
          <a:xfrm>
            <a:off x="9689480" y="2933736"/>
            <a:ext cx="614734" cy="371302"/>
          </a:xfrm>
          <a:prstGeom prst="cub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</a:t>
            </a:r>
          </a:p>
        </p:txBody>
      </p:sp>
      <p:sp>
        <p:nvSpPr>
          <p:cNvPr id="17" name="Cube 16">
            <a:extLst>
              <a:ext uri="{FF2B5EF4-FFF2-40B4-BE49-F238E27FC236}">
                <a16:creationId xmlns:a16="http://schemas.microsoft.com/office/drawing/2014/main" id="{A5742ED5-CB2E-2DF5-4335-F5BD20E7E653}"/>
              </a:ext>
            </a:extLst>
          </p:cNvPr>
          <p:cNvSpPr/>
          <p:nvPr/>
        </p:nvSpPr>
        <p:spPr>
          <a:xfrm>
            <a:off x="9689480" y="3699200"/>
            <a:ext cx="614734" cy="371302"/>
          </a:xfrm>
          <a:prstGeom prst="cub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</a:t>
            </a:r>
          </a:p>
        </p:txBody>
      </p:sp>
      <p:sp>
        <p:nvSpPr>
          <p:cNvPr id="18" name="Cube 17">
            <a:extLst>
              <a:ext uri="{FF2B5EF4-FFF2-40B4-BE49-F238E27FC236}">
                <a16:creationId xmlns:a16="http://schemas.microsoft.com/office/drawing/2014/main" id="{91F36673-31E5-E471-3FB4-D6E0F64C82B9}"/>
              </a:ext>
            </a:extLst>
          </p:cNvPr>
          <p:cNvSpPr/>
          <p:nvPr/>
        </p:nvSpPr>
        <p:spPr>
          <a:xfrm>
            <a:off x="10739066" y="3693843"/>
            <a:ext cx="614734" cy="371302"/>
          </a:xfrm>
          <a:prstGeom prst="cub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H</a:t>
            </a:r>
          </a:p>
        </p:txBody>
      </p:sp>
      <p:sp>
        <p:nvSpPr>
          <p:cNvPr id="19" name="Down Arrow 18">
            <a:extLst>
              <a:ext uri="{FF2B5EF4-FFF2-40B4-BE49-F238E27FC236}">
                <a16:creationId xmlns:a16="http://schemas.microsoft.com/office/drawing/2014/main" id="{C96EBE99-A078-13E9-D9C6-7D3C63D2BC77}"/>
              </a:ext>
            </a:extLst>
          </p:cNvPr>
          <p:cNvSpPr/>
          <p:nvPr/>
        </p:nvSpPr>
        <p:spPr>
          <a:xfrm rot="16200000">
            <a:off x="9229494" y="3470107"/>
            <a:ext cx="148576" cy="700814"/>
          </a:xfrm>
          <a:prstGeom prst="downArrow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Down Arrow 19">
            <a:extLst>
              <a:ext uri="{FF2B5EF4-FFF2-40B4-BE49-F238E27FC236}">
                <a16:creationId xmlns:a16="http://schemas.microsoft.com/office/drawing/2014/main" id="{A8961866-883F-0124-DB22-BB0C909A2BB4}"/>
              </a:ext>
            </a:extLst>
          </p:cNvPr>
          <p:cNvSpPr/>
          <p:nvPr/>
        </p:nvSpPr>
        <p:spPr>
          <a:xfrm rot="16200000">
            <a:off x="10464998" y="3620733"/>
            <a:ext cx="148576" cy="399561"/>
          </a:xfrm>
          <a:prstGeom prst="downArrow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Down Arrow 20">
            <a:extLst>
              <a:ext uri="{FF2B5EF4-FFF2-40B4-BE49-F238E27FC236}">
                <a16:creationId xmlns:a16="http://schemas.microsoft.com/office/drawing/2014/main" id="{B618646E-DA9B-BC86-B48B-D404019696E9}"/>
              </a:ext>
            </a:extLst>
          </p:cNvPr>
          <p:cNvSpPr/>
          <p:nvPr/>
        </p:nvSpPr>
        <p:spPr>
          <a:xfrm rot="16200000">
            <a:off x="7954063" y="3619224"/>
            <a:ext cx="148576" cy="399561"/>
          </a:xfrm>
          <a:prstGeom prst="downArrow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Down Arrow 21">
            <a:extLst>
              <a:ext uri="{FF2B5EF4-FFF2-40B4-BE49-F238E27FC236}">
                <a16:creationId xmlns:a16="http://schemas.microsoft.com/office/drawing/2014/main" id="{ECBB286B-C269-3719-F6FE-2045FDCA41E3}"/>
              </a:ext>
            </a:extLst>
          </p:cNvPr>
          <p:cNvSpPr/>
          <p:nvPr/>
        </p:nvSpPr>
        <p:spPr>
          <a:xfrm rot="13918818">
            <a:off x="7815544" y="2939102"/>
            <a:ext cx="188338" cy="779854"/>
          </a:xfrm>
          <a:prstGeom prst="downArrow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Down Arrow 22">
            <a:extLst>
              <a:ext uri="{FF2B5EF4-FFF2-40B4-BE49-F238E27FC236}">
                <a16:creationId xmlns:a16="http://schemas.microsoft.com/office/drawing/2014/main" id="{EB408846-24A4-A211-5C29-F5BB4F06176D}"/>
              </a:ext>
            </a:extLst>
          </p:cNvPr>
          <p:cNvSpPr/>
          <p:nvPr/>
        </p:nvSpPr>
        <p:spPr>
          <a:xfrm rot="16200000">
            <a:off x="9243751" y="2710179"/>
            <a:ext cx="148576" cy="672307"/>
          </a:xfrm>
          <a:prstGeom prst="downArrow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Down Arrow 23">
            <a:extLst>
              <a:ext uri="{FF2B5EF4-FFF2-40B4-BE49-F238E27FC236}">
                <a16:creationId xmlns:a16="http://schemas.microsoft.com/office/drawing/2014/main" id="{E170E3EB-FCEA-122A-C281-162D554B8FCD}"/>
              </a:ext>
            </a:extLst>
          </p:cNvPr>
          <p:cNvSpPr/>
          <p:nvPr/>
        </p:nvSpPr>
        <p:spPr>
          <a:xfrm rot="18067765">
            <a:off x="10560082" y="3056948"/>
            <a:ext cx="173572" cy="613320"/>
          </a:xfrm>
          <a:prstGeom prst="downArrow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Down Arrow 24">
            <a:extLst>
              <a:ext uri="{FF2B5EF4-FFF2-40B4-BE49-F238E27FC236}">
                <a16:creationId xmlns:a16="http://schemas.microsoft.com/office/drawing/2014/main" id="{5FAE46DC-CA73-F5AF-FCF3-3F9CBA81127D}"/>
              </a:ext>
            </a:extLst>
          </p:cNvPr>
          <p:cNvSpPr/>
          <p:nvPr/>
        </p:nvSpPr>
        <p:spPr>
          <a:xfrm rot="16200000">
            <a:off x="9258002" y="4318414"/>
            <a:ext cx="148576" cy="700814"/>
          </a:xfrm>
          <a:prstGeom prst="downArrow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Down Arrow 25">
            <a:extLst>
              <a:ext uri="{FF2B5EF4-FFF2-40B4-BE49-F238E27FC236}">
                <a16:creationId xmlns:a16="http://schemas.microsoft.com/office/drawing/2014/main" id="{44268E82-5527-84B3-4B8F-FCFE812E27A3}"/>
              </a:ext>
            </a:extLst>
          </p:cNvPr>
          <p:cNvSpPr/>
          <p:nvPr/>
        </p:nvSpPr>
        <p:spPr>
          <a:xfrm rot="13879550">
            <a:off x="10429447" y="4118542"/>
            <a:ext cx="148576" cy="399561"/>
          </a:xfrm>
          <a:prstGeom prst="downArrow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Down Arrow 26">
            <a:extLst>
              <a:ext uri="{FF2B5EF4-FFF2-40B4-BE49-F238E27FC236}">
                <a16:creationId xmlns:a16="http://schemas.microsoft.com/office/drawing/2014/main" id="{A6366A07-0252-B264-F107-F3C31599C4F4}"/>
              </a:ext>
            </a:extLst>
          </p:cNvPr>
          <p:cNvSpPr/>
          <p:nvPr/>
        </p:nvSpPr>
        <p:spPr>
          <a:xfrm rot="18336866">
            <a:off x="7863959" y="4007177"/>
            <a:ext cx="200951" cy="742008"/>
          </a:xfrm>
          <a:prstGeom prst="downArrow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Down Arrow 27">
            <a:extLst>
              <a:ext uri="{FF2B5EF4-FFF2-40B4-BE49-F238E27FC236}">
                <a16:creationId xmlns:a16="http://schemas.microsoft.com/office/drawing/2014/main" id="{6FEF2C65-B1D2-8B5A-C978-30D899DAAE9E}"/>
              </a:ext>
            </a:extLst>
          </p:cNvPr>
          <p:cNvSpPr/>
          <p:nvPr/>
        </p:nvSpPr>
        <p:spPr>
          <a:xfrm>
            <a:off x="8401032" y="4098795"/>
            <a:ext cx="148576" cy="399561"/>
          </a:xfrm>
          <a:prstGeom prst="downArrow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Down Arrow 28">
            <a:extLst>
              <a:ext uri="{FF2B5EF4-FFF2-40B4-BE49-F238E27FC236}">
                <a16:creationId xmlns:a16="http://schemas.microsoft.com/office/drawing/2014/main" id="{DB9A6D82-65EB-1425-3B89-881C5A2216A7}"/>
              </a:ext>
            </a:extLst>
          </p:cNvPr>
          <p:cNvSpPr/>
          <p:nvPr/>
        </p:nvSpPr>
        <p:spPr>
          <a:xfrm rot="18102048">
            <a:off x="9234450" y="3849199"/>
            <a:ext cx="125824" cy="827766"/>
          </a:xfrm>
          <a:prstGeom prst="downArrow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Down Arrow 29">
            <a:extLst>
              <a:ext uri="{FF2B5EF4-FFF2-40B4-BE49-F238E27FC236}">
                <a16:creationId xmlns:a16="http://schemas.microsoft.com/office/drawing/2014/main" id="{890A8A75-8737-3136-CE04-6BD7DD127EF2}"/>
              </a:ext>
            </a:extLst>
          </p:cNvPr>
          <p:cNvSpPr/>
          <p:nvPr/>
        </p:nvSpPr>
        <p:spPr>
          <a:xfrm rot="10800000">
            <a:off x="8409814" y="3304422"/>
            <a:ext cx="148576" cy="399561"/>
          </a:xfrm>
          <a:prstGeom prst="downArrow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Cube 30">
            <a:extLst>
              <a:ext uri="{FF2B5EF4-FFF2-40B4-BE49-F238E27FC236}">
                <a16:creationId xmlns:a16="http://schemas.microsoft.com/office/drawing/2014/main" id="{0830B17F-6DBD-F2E2-C290-FF842A419A7A}"/>
              </a:ext>
            </a:extLst>
          </p:cNvPr>
          <p:cNvSpPr/>
          <p:nvPr/>
        </p:nvSpPr>
        <p:spPr>
          <a:xfrm>
            <a:off x="8401032" y="1615402"/>
            <a:ext cx="1892748" cy="371302"/>
          </a:xfrm>
          <a:prstGeom prst="cub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Controller/PCE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61C5CAD5-50A5-DB9F-7199-8862E032DA62}"/>
              </a:ext>
            </a:extLst>
          </p:cNvPr>
          <p:cNvCxnSpPr/>
          <p:nvPr/>
        </p:nvCxnSpPr>
        <p:spPr>
          <a:xfrm>
            <a:off x="9297362" y="2063068"/>
            <a:ext cx="0" cy="87066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47E07766-698B-120D-2073-8F17F1EE5625}"/>
              </a:ext>
            </a:extLst>
          </p:cNvPr>
          <p:cNvSpPr txBox="1"/>
          <p:nvPr/>
        </p:nvSpPr>
        <p:spPr>
          <a:xfrm>
            <a:off x="9211932" y="2332221"/>
            <a:ext cx="126117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/>
              <a:t>PCEP/BGP/Netconf</a:t>
            </a:r>
          </a:p>
        </p:txBody>
      </p:sp>
    </p:spTree>
    <p:extLst>
      <p:ext uri="{BB962C8B-B14F-4D97-AF65-F5344CB8AC3E}">
        <p14:creationId xmlns:p14="http://schemas.microsoft.com/office/powerpoint/2010/main" val="9723411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4E0D4B-E899-24A7-1B96-8175B347C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Cube 460">
            <a:extLst>
              <a:ext uri="{FF2B5EF4-FFF2-40B4-BE49-F238E27FC236}">
                <a16:creationId xmlns:a16="http://schemas.microsoft.com/office/drawing/2014/main" id="{ED2E442A-363A-C70B-655C-B4BB0327D1DA}"/>
              </a:ext>
            </a:extLst>
          </p:cNvPr>
          <p:cNvSpPr/>
          <p:nvPr/>
        </p:nvSpPr>
        <p:spPr>
          <a:xfrm>
            <a:off x="5322023" y="1851150"/>
            <a:ext cx="614734" cy="371302"/>
          </a:xfrm>
          <a:prstGeom prst="cub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462" name="Cube 461">
            <a:extLst>
              <a:ext uri="{FF2B5EF4-FFF2-40B4-BE49-F238E27FC236}">
                <a16:creationId xmlns:a16="http://schemas.microsoft.com/office/drawing/2014/main" id="{DEE2CC95-27DB-58DD-F0E5-1B586CDAD42E}"/>
              </a:ext>
            </a:extLst>
          </p:cNvPr>
          <p:cNvSpPr/>
          <p:nvPr/>
        </p:nvSpPr>
        <p:spPr>
          <a:xfrm>
            <a:off x="5326200" y="2615201"/>
            <a:ext cx="614734" cy="371302"/>
          </a:xfrm>
          <a:prstGeom prst="cube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463" name="Cube 462">
            <a:extLst>
              <a:ext uri="{FF2B5EF4-FFF2-40B4-BE49-F238E27FC236}">
                <a16:creationId xmlns:a16="http://schemas.microsoft.com/office/drawing/2014/main" id="{4DE4A65A-06B6-1280-1627-631D383C5F04}"/>
              </a:ext>
            </a:extLst>
          </p:cNvPr>
          <p:cNvSpPr/>
          <p:nvPr/>
        </p:nvSpPr>
        <p:spPr>
          <a:xfrm>
            <a:off x="4165148" y="2621776"/>
            <a:ext cx="614734" cy="371302"/>
          </a:xfrm>
          <a:prstGeom prst="cub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466" name="Cube 465">
            <a:extLst>
              <a:ext uri="{FF2B5EF4-FFF2-40B4-BE49-F238E27FC236}">
                <a16:creationId xmlns:a16="http://schemas.microsoft.com/office/drawing/2014/main" id="{AD715998-9C67-28A9-5C56-A41FB4E7F3BF}"/>
              </a:ext>
            </a:extLst>
          </p:cNvPr>
          <p:cNvSpPr/>
          <p:nvPr/>
        </p:nvSpPr>
        <p:spPr>
          <a:xfrm>
            <a:off x="6714067" y="1846361"/>
            <a:ext cx="614734" cy="371302"/>
          </a:xfrm>
          <a:prstGeom prst="cub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</a:t>
            </a:r>
          </a:p>
        </p:txBody>
      </p:sp>
      <p:sp>
        <p:nvSpPr>
          <p:cNvPr id="467" name="Cube 466">
            <a:extLst>
              <a:ext uri="{FF2B5EF4-FFF2-40B4-BE49-F238E27FC236}">
                <a16:creationId xmlns:a16="http://schemas.microsoft.com/office/drawing/2014/main" id="{DC7F4E90-EAAF-E20C-B3A3-878FCD2231FE}"/>
              </a:ext>
            </a:extLst>
          </p:cNvPr>
          <p:cNvSpPr/>
          <p:nvPr/>
        </p:nvSpPr>
        <p:spPr>
          <a:xfrm>
            <a:off x="6714067" y="2611825"/>
            <a:ext cx="614734" cy="371302"/>
          </a:xfrm>
          <a:prstGeom prst="cub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</a:t>
            </a:r>
          </a:p>
        </p:txBody>
      </p:sp>
      <p:sp>
        <p:nvSpPr>
          <p:cNvPr id="468" name="Cube 467">
            <a:extLst>
              <a:ext uri="{FF2B5EF4-FFF2-40B4-BE49-F238E27FC236}">
                <a16:creationId xmlns:a16="http://schemas.microsoft.com/office/drawing/2014/main" id="{6F6A9CDD-ACAB-2EF9-8B78-28544C350E95}"/>
              </a:ext>
            </a:extLst>
          </p:cNvPr>
          <p:cNvSpPr/>
          <p:nvPr/>
        </p:nvSpPr>
        <p:spPr>
          <a:xfrm>
            <a:off x="7763653" y="2606468"/>
            <a:ext cx="614734" cy="371302"/>
          </a:xfrm>
          <a:prstGeom prst="cub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H</a:t>
            </a:r>
          </a:p>
        </p:txBody>
      </p:sp>
      <p:sp>
        <p:nvSpPr>
          <p:cNvPr id="470" name="Down Arrow 469">
            <a:extLst>
              <a:ext uri="{FF2B5EF4-FFF2-40B4-BE49-F238E27FC236}">
                <a16:creationId xmlns:a16="http://schemas.microsoft.com/office/drawing/2014/main" id="{43A0C6BD-6C34-4748-C629-ACCB70784858}"/>
              </a:ext>
            </a:extLst>
          </p:cNvPr>
          <p:cNvSpPr/>
          <p:nvPr/>
        </p:nvSpPr>
        <p:spPr>
          <a:xfrm rot="16200000">
            <a:off x="6254081" y="2382732"/>
            <a:ext cx="148576" cy="700814"/>
          </a:xfrm>
          <a:prstGeom prst="downArrow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1" name="Down Arrow 470">
            <a:extLst>
              <a:ext uri="{FF2B5EF4-FFF2-40B4-BE49-F238E27FC236}">
                <a16:creationId xmlns:a16="http://schemas.microsoft.com/office/drawing/2014/main" id="{9C78DC84-0722-C0DF-A9D1-E3A7672A8E9C}"/>
              </a:ext>
            </a:extLst>
          </p:cNvPr>
          <p:cNvSpPr/>
          <p:nvPr/>
        </p:nvSpPr>
        <p:spPr>
          <a:xfrm rot="16200000">
            <a:off x="7489585" y="2533358"/>
            <a:ext cx="148576" cy="399561"/>
          </a:xfrm>
          <a:prstGeom prst="downArrow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4" name="Down Arrow 483">
            <a:extLst>
              <a:ext uri="{FF2B5EF4-FFF2-40B4-BE49-F238E27FC236}">
                <a16:creationId xmlns:a16="http://schemas.microsoft.com/office/drawing/2014/main" id="{73B208EB-6353-E689-791C-B7C9CBB61CD3}"/>
              </a:ext>
            </a:extLst>
          </p:cNvPr>
          <p:cNvSpPr/>
          <p:nvPr/>
        </p:nvSpPr>
        <p:spPr>
          <a:xfrm rot="16200000">
            <a:off x="4978650" y="2531849"/>
            <a:ext cx="148576" cy="399561"/>
          </a:xfrm>
          <a:prstGeom prst="downArrow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5" name="Down Arrow 484">
            <a:extLst>
              <a:ext uri="{FF2B5EF4-FFF2-40B4-BE49-F238E27FC236}">
                <a16:creationId xmlns:a16="http://schemas.microsoft.com/office/drawing/2014/main" id="{94101A28-B9AE-413E-C6A7-0F22125BAD7D}"/>
              </a:ext>
            </a:extLst>
          </p:cNvPr>
          <p:cNvSpPr/>
          <p:nvPr/>
        </p:nvSpPr>
        <p:spPr>
          <a:xfrm rot="13918818">
            <a:off x="4840131" y="1851727"/>
            <a:ext cx="188338" cy="779854"/>
          </a:xfrm>
          <a:prstGeom prst="downArrow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6" name="Down Arrow 485">
            <a:extLst>
              <a:ext uri="{FF2B5EF4-FFF2-40B4-BE49-F238E27FC236}">
                <a16:creationId xmlns:a16="http://schemas.microsoft.com/office/drawing/2014/main" id="{39105960-2ADD-DF2C-B915-96E4C76D1E79}"/>
              </a:ext>
            </a:extLst>
          </p:cNvPr>
          <p:cNvSpPr/>
          <p:nvPr/>
        </p:nvSpPr>
        <p:spPr>
          <a:xfrm rot="16200000">
            <a:off x="6268338" y="1622804"/>
            <a:ext cx="148576" cy="672307"/>
          </a:xfrm>
          <a:prstGeom prst="downArrow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7" name="Down Arrow 486">
            <a:extLst>
              <a:ext uri="{FF2B5EF4-FFF2-40B4-BE49-F238E27FC236}">
                <a16:creationId xmlns:a16="http://schemas.microsoft.com/office/drawing/2014/main" id="{2A6D8CCD-A969-25C9-A969-344DAC3D468C}"/>
              </a:ext>
            </a:extLst>
          </p:cNvPr>
          <p:cNvSpPr/>
          <p:nvPr/>
        </p:nvSpPr>
        <p:spPr>
          <a:xfrm rot="18067765">
            <a:off x="7584669" y="1969573"/>
            <a:ext cx="173572" cy="613320"/>
          </a:xfrm>
          <a:prstGeom prst="downArrow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0" name="Down Arrow 519">
            <a:extLst>
              <a:ext uri="{FF2B5EF4-FFF2-40B4-BE49-F238E27FC236}">
                <a16:creationId xmlns:a16="http://schemas.microsoft.com/office/drawing/2014/main" id="{31D15A7E-66B3-B520-D544-7A9D80F3A72D}"/>
              </a:ext>
            </a:extLst>
          </p:cNvPr>
          <p:cNvSpPr/>
          <p:nvPr/>
        </p:nvSpPr>
        <p:spPr>
          <a:xfrm rot="10800000">
            <a:off x="5434401" y="2217047"/>
            <a:ext cx="148576" cy="399561"/>
          </a:xfrm>
          <a:prstGeom prst="downArrow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3A7FD8B-6606-F4D3-FDB4-B7632AC4817B}"/>
              </a:ext>
            </a:extLst>
          </p:cNvPr>
          <p:cNvSpPr txBox="1"/>
          <p:nvPr/>
        </p:nvSpPr>
        <p:spPr>
          <a:xfrm>
            <a:off x="8127052" y="3524586"/>
            <a:ext cx="3710296" cy="254236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/>
              <a:t>Junction Segment C</a:t>
            </a:r>
          </a:p>
          <a:p>
            <a:pPr>
              <a:lnSpc>
                <a:spcPct val="150000"/>
              </a:lnSpc>
            </a:pPr>
            <a:r>
              <a:rPr lang="en-US" i="1" dirty="0"/>
              <a:t>Headend: C, Color: 100, Endpoint: null</a:t>
            </a:r>
          </a:p>
          <a:p>
            <a:pPr>
              <a:lnSpc>
                <a:spcPct val="150000"/>
              </a:lnSpc>
            </a:pPr>
            <a:r>
              <a:rPr lang="en-US" dirty="0"/>
              <a:t>Binding SID = </a:t>
            </a:r>
            <a:r>
              <a:rPr lang="en-US" b="1" u="sng" dirty="0"/>
              <a:t>101</a:t>
            </a:r>
          </a:p>
          <a:p>
            <a:pPr>
              <a:lnSpc>
                <a:spcPct val="150000"/>
              </a:lnSpc>
            </a:pPr>
            <a:r>
              <a:rPr lang="en-US" dirty="0"/>
              <a:t>    SID List:</a:t>
            </a:r>
          </a:p>
          <a:p>
            <a:pPr>
              <a:lnSpc>
                <a:spcPct val="150000"/>
              </a:lnSpc>
            </a:pPr>
            <a:r>
              <a:rPr lang="en-US" dirty="0"/>
              <a:t>         [ADJ-5100, </a:t>
            </a:r>
            <a:r>
              <a:rPr lang="en-US" b="1" u="sng" dirty="0"/>
              <a:t>100</a:t>
            </a:r>
            <a:r>
              <a:rPr lang="en-US" dirty="0"/>
              <a:t>], 0.4</a:t>
            </a:r>
          </a:p>
          <a:p>
            <a:pPr>
              <a:lnSpc>
                <a:spcPct val="150000"/>
              </a:lnSpc>
            </a:pPr>
            <a:r>
              <a:rPr lang="en-US" dirty="0"/>
              <a:t>         [ADJ-5103, ADJ-5504], 0.6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86354AD-1C04-4D57-E159-E1302CEA5A00}"/>
              </a:ext>
            </a:extLst>
          </p:cNvPr>
          <p:cNvSpPr txBox="1"/>
          <p:nvPr/>
        </p:nvSpPr>
        <p:spPr>
          <a:xfrm>
            <a:off x="5439884" y="2299677"/>
            <a:ext cx="6147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5100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44272D5-8F7F-2FFC-FBBB-C97C5AB3ECCF}"/>
              </a:ext>
            </a:extLst>
          </p:cNvPr>
          <p:cNvSpPr txBox="1"/>
          <p:nvPr/>
        </p:nvSpPr>
        <p:spPr>
          <a:xfrm>
            <a:off x="5930194" y="2751101"/>
            <a:ext cx="6147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5103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64504FA-344B-BEE5-3061-01821F73D7D0}"/>
              </a:ext>
            </a:extLst>
          </p:cNvPr>
          <p:cNvSpPr txBox="1"/>
          <p:nvPr/>
        </p:nvSpPr>
        <p:spPr>
          <a:xfrm>
            <a:off x="7256506" y="2751101"/>
            <a:ext cx="6147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5504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30DBE9B-6316-0251-DB61-2317ADDBBD6C}"/>
              </a:ext>
            </a:extLst>
          </p:cNvPr>
          <p:cNvSpPr txBox="1"/>
          <p:nvPr/>
        </p:nvSpPr>
        <p:spPr>
          <a:xfrm>
            <a:off x="4492326" y="1964655"/>
            <a:ext cx="6147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5002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FE07E7B-0653-592A-53E6-50E48DA3FAEA}"/>
              </a:ext>
            </a:extLst>
          </p:cNvPr>
          <p:cNvSpPr txBox="1"/>
          <p:nvPr/>
        </p:nvSpPr>
        <p:spPr>
          <a:xfrm>
            <a:off x="4734936" y="2759556"/>
            <a:ext cx="6147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5001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FE50491-1CF7-7B2F-1F42-97A42AF881DB}"/>
              </a:ext>
            </a:extLst>
          </p:cNvPr>
          <p:cNvSpPr txBox="1"/>
          <p:nvPr/>
        </p:nvSpPr>
        <p:spPr>
          <a:xfrm>
            <a:off x="4193259" y="3717595"/>
            <a:ext cx="3710296" cy="212686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/>
              <a:t>Junction Segment B</a:t>
            </a:r>
          </a:p>
          <a:p>
            <a:pPr>
              <a:lnSpc>
                <a:spcPct val="150000"/>
              </a:lnSpc>
            </a:pPr>
            <a:r>
              <a:rPr lang="en-US" i="1" dirty="0"/>
              <a:t>Headend: B, Color: 100, Endpoint: null</a:t>
            </a:r>
          </a:p>
          <a:p>
            <a:pPr>
              <a:lnSpc>
                <a:spcPct val="150000"/>
              </a:lnSpc>
            </a:pPr>
            <a:r>
              <a:rPr lang="en-US" dirty="0"/>
              <a:t>Binding SID = </a:t>
            </a:r>
            <a:r>
              <a:rPr lang="en-US" b="1" u="sng" dirty="0"/>
              <a:t>100</a:t>
            </a:r>
          </a:p>
          <a:p>
            <a:pPr>
              <a:lnSpc>
                <a:spcPct val="150000"/>
              </a:lnSpc>
            </a:pPr>
            <a:r>
              <a:rPr lang="en-US" dirty="0"/>
              <a:t>    SID List:</a:t>
            </a:r>
          </a:p>
          <a:p>
            <a:pPr>
              <a:lnSpc>
                <a:spcPct val="150000"/>
              </a:lnSpc>
            </a:pPr>
            <a:r>
              <a:rPr lang="en-US" dirty="0"/>
              <a:t>         [</a:t>
            </a:r>
            <a:r>
              <a:rPr lang="en-US" dirty="0" err="1"/>
              <a:t>NodeSID</a:t>
            </a:r>
            <a:r>
              <a:rPr lang="en-US" dirty="0"/>
              <a:t>-H], 1.0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88917F1-DD98-0428-879A-1DCD74FF1E38}"/>
              </a:ext>
            </a:extLst>
          </p:cNvPr>
          <p:cNvSpPr txBox="1"/>
          <p:nvPr/>
        </p:nvSpPr>
        <p:spPr>
          <a:xfrm>
            <a:off x="332128" y="3717595"/>
            <a:ext cx="3637634" cy="2126864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/>
              <a:t>SR Policy (ingress)</a:t>
            </a:r>
          </a:p>
          <a:p>
            <a:pPr>
              <a:lnSpc>
                <a:spcPct val="150000"/>
              </a:lnSpc>
            </a:pPr>
            <a:r>
              <a:rPr lang="en-US" i="1" dirty="0"/>
              <a:t>Headend: A, Color: 50 Endpoint: H</a:t>
            </a:r>
          </a:p>
          <a:p>
            <a:pPr>
              <a:lnSpc>
                <a:spcPct val="150000"/>
              </a:lnSpc>
            </a:pPr>
            <a:r>
              <a:rPr lang="en-US" dirty="0"/>
              <a:t>SID List:</a:t>
            </a:r>
          </a:p>
          <a:p>
            <a:pPr>
              <a:lnSpc>
                <a:spcPct val="150000"/>
              </a:lnSpc>
            </a:pPr>
            <a:r>
              <a:rPr lang="en-US" dirty="0"/>
              <a:t>         [ADJ-5002, </a:t>
            </a:r>
            <a:r>
              <a:rPr lang="en-US" b="1" u="sng" dirty="0"/>
              <a:t>100</a:t>
            </a:r>
            <a:r>
              <a:rPr lang="en-US" dirty="0"/>
              <a:t>], 0.5</a:t>
            </a:r>
          </a:p>
          <a:p>
            <a:pPr>
              <a:lnSpc>
                <a:spcPct val="150000"/>
              </a:lnSpc>
            </a:pPr>
            <a:r>
              <a:rPr lang="en-US" dirty="0"/>
              <a:t>         [ADJ-5001, </a:t>
            </a:r>
            <a:r>
              <a:rPr lang="en-US" b="1" u="sng" dirty="0"/>
              <a:t>101</a:t>
            </a:r>
            <a:r>
              <a:rPr lang="en-US" dirty="0"/>
              <a:t>], 0.5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BB4E810-85B2-6588-1083-80A3ECCEF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CB386-7125-DC4F-9300-510185DC52B7}" type="slidenum">
              <a:rPr lang="en-US" smtClean="0"/>
              <a:t>3</a:t>
            </a:fld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4152080-622F-442E-A102-869E6FFC654E}"/>
              </a:ext>
            </a:extLst>
          </p:cNvPr>
          <p:cNvSpPr txBox="1">
            <a:spLocks/>
          </p:cNvSpPr>
          <p:nvPr/>
        </p:nvSpPr>
        <p:spPr>
          <a:xfrm>
            <a:off x="433786" y="-4611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Recap SR-MPLS Example</a:t>
            </a:r>
          </a:p>
        </p:txBody>
      </p:sp>
    </p:spTree>
    <p:extLst>
      <p:ext uri="{BB962C8B-B14F-4D97-AF65-F5344CB8AC3E}">
        <p14:creationId xmlns:p14="http://schemas.microsoft.com/office/powerpoint/2010/main" val="32701416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1E417-9358-45E0-9155-6F0BBF5110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425DCD-07C8-AC2B-7197-CC0A4DBFE5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3786" y="-4611"/>
            <a:ext cx="10515600" cy="1325563"/>
          </a:xfrm>
        </p:spPr>
        <p:txBody>
          <a:bodyPr/>
          <a:lstStyle/>
          <a:p>
            <a:r>
              <a:rPr lang="en-US" dirty="0"/>
              <a:t>-02 changes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0AE7E7-7215-E035-FB36-1C9B8463BB94}"/>
              </a:ext>
            </a:extLst>
          </p:cNvPr>
          <p:cNvSpPr txBox="1"/>
          <p:nvPr/>
        </p:nvSpPr>
        <p:spPr>
          <a:xfrm>
            <a:off x="433785" y="1333064"/>
            <a:ext cx="7965994" cy="254236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Changed to informational track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Various text simplification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Examples moved to appendix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Manageability considerations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Liveness - S-BFD behavior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Monitoring - OAM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226A1E-3365-3E06-9EDD-6EB01BC741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CB386-7125-DC4F-9300-510185DC52B7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56669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1D1720-155B-AF7A-7043-96E50DA96F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491A17-1BFA-004D-4DEC-C9B653FF1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3786" y="-4611"/>
            <a:ext cx="10515600" cy="1325563"/>
          </a:xfrm>
        </p:spPr>
        <p:txBody>
          <a:bodyPr/>
          <a:lstStyle/>
          <a:p>
            <a:r>
              <a:rPr lang="en-US" dirty="0"/>
              <a:t>Liveness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F558FB8-29A4-28DA-DE5E-AACC493CC3B2}"/>
              </a:ext>
            </a:extLst>
          </p:cNvPr>
          <p:cNvSpPr txBox="1"/>
          <p:nvPr/>
        </p:nvSpPr>
        <p:spPr>
          <a:xfrm>
            <a:off x="510780" y="1320952"/>
            <a:ext cx="11341821" cy="88036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General guideline: Run S-BFD on all Junction nodes, on all outgoing segment lists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Required to get full coverage: path to next junction + junction processing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5492155-A5C2-37E5-75FA-FAD3E9988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CB386-7125-DC4F-9300-510185DC52B7}" type="slidenum">
              <a:rPr lang="en-US" smtClean="0"/>
              <a:t>5</a:t>
            </a:fld>
            <a:endParaRPr lang="en-US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526D4725-4415-9A8F-9DE1-0669D455A12D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 flipH="1">
            <a:off x="8051526" y="4557030"/>
            <a:ext cx="5431" cy="53401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Cube 4">
            <a:extLst>
              <a:ext uri="{FF2B5EF4-FFF2-40B4-BE49-F238E27FC236}">
                <a16:creationId xmlns:a16="http://schemas.microsoft.com/office/drawing/2014/main" id="{720719F3-6DAB-8808-6993-F970CFAD616B}"/>
              </a:ext>
            </a:extLst>
          </p:cNvPr>
          <p:cNvSpPr/>
          <p:nvPr/>
        </p:nvSpPr>
        <p:spPr>
          <a:xfrm>
            <a:off x="7791826" y="3421677"/>
            <a:ext cx="614734" cy="371302"/>
          </a:xfrm>
          <a:prstGeom prst="cube">
            <a:avLst/>
          </a:prstGeom>
          <a:solidFill>
            <a:schemeClr val="bg2">
              <a:alpha val="20000"/>
            </a:schemeClr>
          </a:solidFill>
          <a:ln>
            <a:solidFill>
              <a:schemeClr val="accent1">
                <a:shade val="15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alpha val="20000"/>
                  </a:schemeClr>
                </a:solidFill>
              </a:rPr>
              <a:t>B</a:t>
            </a:r>
          </a:p>
        </p:txBody>
      </p:sp>
      <p:sp>
        <p:nvSpPr>
          <p:cNvPr id="6" name="Cube 5">
            <a:extLst>
              <a:ext uri="{FF2B5EF4-FFF2-40B4-BE49-F238E27FC236}">
                <a16:creationId xmlns:a16="http://schemas.microsoft.com/office/drawing/2014/main" id="{28DE7CE9-3415-9025-941D-EAFA8E1E7B4A}"/>
              </a:ext>
            </a:extLst>
          </p:cNvPr>
          <p:cNvSpPr/>
          <p:nvPr/>
        </p:nvSpPr>
        <p:spPr>
          <a:xfrm>
            <a:off x="7796003" y="4185728"/>
            <a:ext cx="614734" cy="371302"/>
          </a:xfrm>
          <a:prstGeom prst="cub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7" name="Cube 6">
            <a:extLst>
              <a:ext uri="{FF2B5EF4-FFF2-40B4-BE49-F238E27FC236}">
                <a16:creationId xmlns:a16="http://schemas.microsoft.com/office/drawing/2014/main" id="{BF15EDE5-C789-9CFC-E4C0-1259F0C1E1D8}"/>
              </a:ext>
            </a:extLst>
          </p:cNvPr>
          <p:cNvSpPr/>
          <p:nvPr/>
        </p:nvSpPr>
        <p:spPr>
          <a:xfrm>
            <a:off x="6634951" y="4192303"/>
            <a:ext cx="614734" cy="371302"/>
          </a:xfrm>
          <a:prstGeom prst="cub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8" name="Cube 7">
            <a:extLst>
              <a:ext uri="{FF2B5EF4-FFF2-40B4-BE49-F238E27FC236}">
                <a16:creationId xmlns:a16="http://schemas.microsoft.com/office/drawing/2014/main" id="{DE663B45-AE1E-B1D7-E342-7D62CDB910D8}"/>
              </a:ext>
            </a:extLst>
          </p:cNvPr>
          <p:cNvSpPr/>
          <p:nvPr/>
        </p:nvSpPr>
        <p:spPr>
          <a:xfrm>
            <a:off x="7790572" y="4998217"/>
            <a:ext cx="614734" cy="371302"/>
          </a:xfrm>
          <a:prstGeom prst="cube">
            <a:avLst/>
          </a:prstGeom>
          <a:solidFill>
            <a:schemeClr val="bg2">
              <a:alpha val="20000"/>
            </a:schemeClr>
          </a:solidFill>
          <a:ln>
            <a:solidFill>
              <a:schemeClr val="accent1">
                <a:shade val="15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alpha val="20000"/>
                  </a:schemeClr>
                </a:solidFill>
              </a:rPr>
              <a:t>D</a:t>
            </a:r>
          </a:p>
        </p:txBody>
      </p:sp>
      <p:sp>
        <p:nvSpPr>
          <p:cNvPr id="9" name="Cube 8">
            <a:extLst>
              <a:ext uri="{FF2B5EF4-FFF2-40B4-BE49-F238E27FC236}">
                <a16:creationId xmlns:a16="http://schemas.microsoft.com/office/drawing/2014/main" id="{5761143A-0584-F075-A9C8-308FF395EDD9}"/>
              </a:ext>
            </a:extLst>
          </p:cNvPr>
          <p:cNvSpPr/>
          <p:nvPr/>
        </p:nvSpPr>
        <p:spPr>
          <a:xfrm>
            <a:off x="9180999" y="4998217"/>
            <a:ext cx="614734" cy="371302"/>
          </a:xfrm>
          <a:prstGeom prst="cube">
            <a:avLst/>
          </a:prstGeom>
          <a:solidFill>
            <a:schemeClr val="bg2">
              <a:alpha val="20000"/>
            </a:schemeClr>
          </a:solidFill>
          <a:ln>
            <a:solidFill>
              <a:schemeClr val="accent1">
                <a:shade val="15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alpha val="20000"/>
                  </a:schemeClr>
                </a:solidFill>
              </a:rPr>
              <a:t>G</a:t>
            </a:r>
          </a:p>
        </p:txBody>
      </p:sp>
      <p:sp>
        <p:nvSpPr>
          <p:cNvPr id="10" name="Cube 9">
            <a:extLst>
              <a:ext uri="{FF2B5EF4-FFF2-40B4-BE49-F238E27FC236}">
                <a16:creationId xmlns:a16="http://schemas.microsoft.com/office/drawing/2014/main" id="{EB23FFC4-F514-7FF1-D6E3-A487C2D50F10}"/>
              </a:ext>
            </a:extLst>
          </p:cNvPr>
          <p:cNvSpPr/>
          <p:nvPr/>
        </p:nvSpPr>
        <p:spPr>
          <a:xfrm>
            <a:off x="9183870" y="3416888"/>
            <a:ext cx="614734" cy="371302"/>
          </a:xfrm>
          <a:prstGeom prst="cube">
            <a:avLst/>
          </a:prstGeom>
          <a:solidFill>
            <a:schemeClr val="bg2">
              <a:alpha val="20000"/>
            </a:schemeClr>
          </a:solidFill>
          <a:ln>
            <a:solidFill>
              <a:schemeClr val="accent1">
                <a:shade val="15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alpha val="20000"/>
                  </a:schemeClr>
                </a:solidFill>
              </a:rPr>
              <a:t>E</a:t>
            </a:r>
          </a:p>
        </p:txBody>
      </p:sp>
      <p:sp>
        <p:nvSpPr>
          <p:cNvPr id="11" name="Cube 10">
            <a:extLst>
              <a:ext uri="{FF2B5EF4-FFF2-40B4-BE49-F238E27FC236}">
                <a16:creationId xmlns:a16="http://schemas.microsoft.com/office/drawing/2014/main" id="{A313A3E9-99C1-3FE1-0582-E21C27DC59C1}"/>
              </a:ext>
            </a:extLst>
          </p:cNvPr>
          <p:cNvSpPr/>
          <p:nvPr/>
        </p:nvSpPr>
        <p:spPr>
          <a:xfrm>
            <a:off x="9183870" y="4182352"/>
            <a:ext cx="614734" cy="371302"/>
          </a:xfrm>
          <a:prstGeom prst="cube">
            <a:avLst/>
          </a:prstGeom>
          <a:solidFill>
            <a:schemeClr val="bg2">
              <a:alpha val="20000"/>
            </a:schemeClr>
          </a:solidFill>
          <a:ln>
            <a:solidFill>
              <a:schemeClr val="accent1">
                <a:shade val="15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alpha val="20000"/>
                  </a:schemeClr>
                </a:solidFill>
              </a:rPr>
              <a:t>F</a:t>
            </a:r>
          </a:p>
        </p:txBody>
      </p:sp>
      <p:sp>
        <p:nvSpPr>
          <p:cNvPr id="12" name="Cube 11">
            <a:extLst>
              <a:ext uri="{FF2B5EF4-FFF2-40B4-BE49-F238E27FC236}">
                <a16:creationId xmlns:a16="http://schemas.microsoft.com/office/drawing/2014/main" id="{2B607B99-C6D8-295B-98BE-488851503BE4}"/>
              </a:ext>
            </a:extLst>
          </p:cNvPr>
          <p:cNvSpPr/>
          <p:nvPr/>
        </p:nvSpPr>
        <p:spPr>
          <a:xfrm>
            <a:off x="10233456" y="4176995"/>
            <a:ext cx="614734" cy="371302"/>
          </a:xfrm>
          <a:prstGeom prst="cub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H</a:t>
            </a:r>
          </a:p>
        </p:txBody>
      </p:sp>
      <p:sp>
        <p:nvSpPr>
          <p:cNvPr id="13" name="Down Arrow 12">
            <a:extLst>
              <a:ext uri="{FF2B5EF4-FFF2-40B4-BE49-F238E27FC236}">
                <a16:creationId xmlns:a16="http://schemas.microsoft.com/office/drawing/2014/main" id="{9B15AB06-C007-F00D-E637-B970050FBAB9}"/>
              </a:ext>
            </a:extLst>
          </p:cNvPr>
          <p:cNvSpPr/>
          <p:nvPr/>
        </p:nvSpPr>
        <p:spPr>
          <a:xfrm rot="16200000">
            <a:off x="9249853" y="3427289"/>
            <a:ext cx="148576" cy="1752753"/>
          </a:xfrm>
          <a:prstGeom prst="down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Down Arrow 14">
            <a:extLst>
              <a:ext uri="{FF2B5EF4-FFF2-40B4-BE49-F238E27FC236}">
                <a16:creationId xmlns:a16="http://schemas.microsoft.com/office/drawing/2014/main" id="{4EAD9673-8B9C-9FEF-63B2-FE582E2A3BE4}"/>
              </a:ext>
            </a:extLst>
          </p:cNvPr>
          <p:cNvSpPr/>
          <p:nvPr/>
        </p:nvSpPr>
        <p:spPr>
          <a:xfrm rot="16200000">
            <a:off x="8711916" y="2675670"/>
            <a:ext cx="148576" cy="3033266"/>
          </a:xfrm>
          <a:prstGeom prst="downArrow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Down Arrow 15">
            <a:extLst>
              <a:ext uri="{FF2B5EF4-FFF2-40B4-BE49-F238E27FC236}">
                <a16:creationId xmlns:a16="http://schemas.microsoft.com/office/drawing/2014/main" id="{F989BB20-E890-263F-37F4-BD42C5AD22FC}"/>
              </a:ext>
            </a:extLst>
          </p:cNvPr>
          <p:cNvSpPr/>
          <p:nvPr/>
        </p:nvSpPr>
        <p:spPr>
          <a:xfrm rot="13918818">
            <a:off x="7362093" y="3315265"/>
            <a:ext cx="188338" cy="912271"/>
          </a:xfrm>
          <a:prstGeom prst="downArrow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Down Arrow 16">
            <a:extLst>
              <a:ext uri="{FF2B5EF4-FFF2-40B4-BE49-F238E27FC236}">
                <a16:creationId xmlns:a16="http://schemas.microsoft.com/office/drawing/2014/main" id="{9E2FF226-C0B0-4E36-23AD-3C386C0BA593}"/>
              </a:ext>
            </a:extLst>
          </p:cNvPr>
          <p:cNvSpPr/>
          <p:nvPr/>
        </p:nvSpPr>
        <p:spPr>
          <a:xfrm rot="16200000">
            <a:off x="8640583" y="2605186"/>
            <a:ext cx="148576" cy="1848598"/>
          </a:xfrm>
          <a:prstGeom prst="downArrow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Down Arrow 17">
            <a:extLst>
              <a:ext uri="{FF2B5EF4-FFF2-40B4-BE49-F238E27FC236}">
                <a16:creationId xmlns:a16="http://schemas.microsoft.com/office/drawing/2014/main" id="{A46BB286-0E5B-94D1-40DB-435FBB3C3CE0}"/>
              </a:ext>
            </a:extLst>
          </p:cNvPr>
          <p:cNvSpPr/>
          <p:nvPr/>
        </p:nvSpPr>
        <p:spPr>
          <a:xfrm rot="18067765">
            <a:off x="9924566" y="3309886"/>
            <a:ext cx="173572" cy="916838"/>
          </a:xfrm>
          <a:prstGeom prst="downArrow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Down Arrow 20">
            <a:extLst>
              <a:ext uri="{FF2B5EF4-FFF2-40B4-BE49-F238E27FC236}">
                <a16:creationId xmlns:a16="http://schemas.microsoft.com/office/drawing/2014/main" id="{C47B8AED-F3FE-A85E-F768-AB6AFC337289}"/>
              </a:ext>
            </a:extLst>
          </p:cNvPr>
          <p:cNvSpPr/>
          <p:nvPr/>
        </p:nvSpPr>
        <p:spPr>
          <a:xfrm rot="13879550">
            <a:off x="9689462" y="4421564"/>
            <a:ext cx="148576" cy="871969"/>
          </a:xfrm>
          <a:prstGeom prst="down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Down Arrow 21">
            <a:extLst>
              <a:ext uri="{FF2B5EF4-FFF2-40B4-BE49-F238E27FC236}">
                <a16:creationId xmlns:a16="http://schemas.microsoft.com/office/drawing/2014/main" id="{573E41C7-F4CA-F530-EB2C-294CCCECE403}"/>
              </a:ext>
            </a:extLst>
          </p:cNvPr>
          <p:cNvSpPr/>
          <p:nvPr/>
        </p:nvSpPr>
        <p:spPr>
          <a:xfrm rot="18336866">
            <a:off x="7288052" y="4412993"/>
            <a:ext cx="172415" cy="1127838"/>
          </a:xfrm>
          <a:prstGeom prst="downArrow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Down Arrow 22">
            <a:extLst>
              <a:ext uri="{FF2B5EF4-FFF2-40B4-BE49-F238E27FC236}">
                <a16:creationId xmlns:a16="http://schemas.microsoft.com/office/drawing/2014/main" id="{DA307056-C72D-81F0-7520-52BB24D5AA81}"/>
              </a:ext>
            </a:extLst>
          </p:cNvPr>
          <p:cNvSpPr/>
          <p:nvPr/>
        </p:nvSpPr>
        <p:spPr>
          <a:xfrm>
            <a:off x="8051526" y="4564647"/>
            <a:ext cx="148576" cy="676224"/>
          </a:xfrm>
          <a:prstGeom prst="down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Down Arrow 23">
            <a:extLst>
              <a:ext uri="{FF2B5EF4-FFF2-40B4-BE49-F238E27FC236}">
                <a16:creationId xmlns:a16="http://schemas.microsoft.com/office/drawing/2014/main" id="{04472250-7703-02A1-150D-724BDC404FA8}"/>
              </a:ext>
            </a:extLst>
          </p:cNvPr>
          <p:cNvSpPr/>
          <p:nvPr/>
        </p:nvSpPr>
        <p:spPr>
          <a:xfrm rot="18102048">
            <a:off x="8867872" y="4254809"/>
            <a:ext cx="125824" cy="1154589"/>
          </a:xfrm>
          <a:prstGeom prst="down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Down Arrow 24">
            <a:extLst>
              <a:ext uri="{FF2B5EF4-FFF2-40B4-BE49-F238E27FC236}">
                <a16:creationId xmlns:a16="http://schemas.microsoft.com/office/drawing/2014/main" id="{65306F1B-0798-10E3-8430-82826B49C0B9}"/>
              </a:ext>
            </a:extLst>
          </p:cNvPr>
          <p:cNvSpPr/>
          <p:nvPr/>
        </p:nvSpPr>
        <p:spPr>
          <a:xfrm rot="10800000">
            <a:off x="7904204" y="3698081"/>
            <a:ext cx="148576" cy="489053"/>
          </a:xfrm>
          <a:prstGeom prst="down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Down Arrow 25">
            <a:extLst>
              <a:ext uri="{FF2B5EF4-FFF2-40B4-BE49-F238E27FC236}">
                <a16:creationId xmlns:a16="http://schemas.microsoft.com/office/drawing/2014/main" id="{C48342ED-EB83-B0A3-FF01-05249E2AE15E}"/>
              </a:ext>
            </a:extLst>
          </p:cNvPr>
          <p:cNvSpPr/>
          <p:nvPr/>
        </p:nvSpPr>
        <p:spPr>
          <a:xfrm rot="16200000">
            <a:off x="8690644" y="2951051"/>
            <a:ext cx="148576" cy="1590440"/>
          </a:xfrm>
          <a:prstGeom prst="down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Down Arrow 26">
            <a:extLst>
              <a:ext uri="{FF2B5EF4-FFF2-40B4-BE49-F238E27FC236}">
                <a16:creationId xmlns:a16="http://schemas.microsoft.com/office/drawing/2014/main" id="{47EB4DD2-248F-A3E1-6D01-2E01384AFA3D}"/>
              </a:ext>
            </a:extLst>
          </p:cNvPr>
          <p:cNvSpPr/>
          <p:nvPr/>
        </p:nvSpPr>
        <p:spPr>
          <a:xfrm rot="18114299">
            <a:off x="9786249" y="3595325"/>
            <a:ext cx="148576" cy="703399"/>
          </a:xfrm>
          <a:prstGeom prst="down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Down Arrow 27">
            <a:extLst>
              <a:ext uri="{FF2B5EF4-FFF2-40B4-BE49-F238E27FC236}">
                <a16:creationId xmlns:a16="http://schemas.microsoft.com/office/drawing/2014/main" id="{AF8F47C6-E722-9DBC-5DD4-B48772113037}"/>
              </a:ext>
            </a:extLst>
          </p:cNvPr>
          <p:cNvSpPr/>
          <p:nvPr/>
        </p:nvSpPr>
        <p:spPr>
          <a:xfrm rot="16200000">
            <a:off x="8801436" y="4409153"/>
            <a:ext cx="148576" cy="1648391"/>
          </a:xfrm>
          <a:prstGeom prst="down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" name="Down Arrow 29">
            <a:extLst>
              <a:ext uri="{FF2B5EF4-FFF2-40B4-BE49-F238E27FC236}">
                <a16:creationId xmlns:a16="http://schemas.microsoft.com/office/drawing/2014/main" id="{D47E94F6-E419-597B-AF01-DF44BF806B85}"/>
              </a:ext>
            </a:extLst>
          </p:cNvPr>
          <p:cNvSpPr/>
          <p:nvPr/>
        </p:nvSpPr>
        <p:spPr>
          <a:xfrm rot="13879550">
            <a:off x="9945816" y="4570522"/>
            <a:ext cx="148576" cy="825673"/>
          </a:xfrm>
          <a:prstGeom prst="down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Down Arrow 30">
            <a:extLst>
              <a:ext uri="{FF2B5EF4-FFF2-40B4-BE49-F238E27FC236}">
                <a16:creationId xmlns:a16="http://schemas.microsoft.com/office/drawing/2014/main" id="{CF500DFB-2C9A-496F-BCAB-AFAB6DD5F9EE}"/>
              </a:ext>
            </a:extLst>
          </p:cNvPr>
          <p:cNvSpPr/>
          <p:nvPr/>
        </p:nvSpPr>
        <p:spPr>
          <a:xfrm rot="16200000">
            <a:off x="8739300" y="4314124"/>
            <a:ext cx="148576" cy="2046031"/>
          </a:xfrm>
          <a:prstGeom prst="downArrow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Down Arrow 31">
            <a:extLst>
              <a:ext uri="{FF2B5EF4-FFF2-40B4-BE49-F238E27FC236}">
                <a16:creationId xmlns:a16="http://schemas.microsoft.com/office/drawing/2014/main" id="{231CF53D-709F-2E03-AA6F-8193F8A4D6DC}"/>
              </a:ext>
            </a:extLst>
          </p:cNvPr>
          <p:cNvSpPr/>
          <p:nvPr/>
        </p:nvSpPr>
        <p:spPr>
          <a:xfrm rot="14082815">
            <a:off x="10055273" y="4596560"/>
            <a:ext cx="148576" cy="936825"/>
          </a:xfrm>
          <a:prstGeom prst="downArrow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7FD2F939-FEA4-18AB-FA8E-916FD5D903F8}"/>
              </a:ext>
            </a:extLst>
          </p:cNvPr>
          <p:cNvCxnSpPr>
            <a:cxnSpLocks/>
            <a:stCxn id="35" idx="3"/>
            <a:endCxn id="37" idx="1"/>
          </p:cNvCxnSpPr>
          <p:nvPr/>
        </p:nvCxnSpPr>
        <p:spPr>
          <a:xfrm flipH="1">
            <a:off x="2950032" y="4501214"/>
            <a:ext cx="5431" cy="53401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Cube 33">
            <a:extLst>
              <a:ext uri="{FF2B5EF4-FFF2-40B4-BE49-F238E27FC236}">
                <a16:creationId xmlns:a16="http://schemas.microsoft.com/office/drawing/2014/main" id="{80705C6D-36A2-816C-E978-0FCDE1912D9C}"/>
              </a:ext>
            </a:extLst>
          </p:cNvPr>
          <p:cNvSpPr/>
          <p:nvPr/>
        </p:nvSpPr>
        <p:spPr>
          <a:xfrm>
            <a:off x="2690332" y="3365861"/>
            <a:ext cx="614734" cy="371302"/>
          </a:xfrm>
          <a:prstGeom prst="cub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35" name="Cube 34">
            <a:extLst>
              <a:ext uri="{FF2B5EF4-FFF2-40B4-BE49-F238E27FC236}">
                <a16:creationId xmlns:a16="http://schemas.microsoft.com/office/drawing/2014/main" id="{1A4F103D-BA82-BF46-AE64-32E09F39C637}"/>
              </a:ext>
            </a:extLst>
          </p:cNvPr>
          <p:cNvSpPr/>
          <p:nvPr/>
        </p:nvSpPr>
        <p:spPr>
          <a:xfrm>
            <a:off x="2694509" y="4129912"/>
            <a:ext cx="614734" cy="371302"/>
          </a:xfrm>
          <a:prstGeom prst="cub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36" name="Cube 35">
            <a:extLst>
              <a:ext uri="{FF2B5EF4-FFF2-40B4-BE49-F238E27FC236}">
                <a16:creationId xmlns:a16="http://schemas.microsoft.com/office/drawing/2014/main" id="{48E0B36C-1AB9-1DC0-A11A-BCD5ACCC39A8}"/>
              </a:ext>
            </a:extLst>
          </p:cNvPr>
          <p:cNvSpPr/>
          <p:nvPr/>
        </p:nvSpPr>
        <p:spPr>
          <a:xfrm>
            <a:off x="1533457" y="4136487"/>
            <a:ext cx="614734" cy="371302"/>
          </a:xfrm>
          <a:prstGeom prst="cub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37" name="Cube 36">
            <a:extLst>
              <a:ext uri="{FF2B5EF4-FFF2-40B4-BE49-F238E27FC236}">
                <a16:creationId xmlns:a16="http://schemas.microsoft.com/office/drawing/2014/main" id="{6215E3DC-245B-9B16-6990-69757B27BFFB}"/>
              </a:ext>
            </a:extLst>
          </p:cNvPr>
          <p:cNvSpPr/>
          <p:nvPr/>
        </p:nvSpPr>
        <p:spPr>
          <a:xfrm>
            <a:off x="2689078" y="4942401"/>
            <a:ext cx="614734" cy="371302"/>
          </a:xfrm>
          <a:prstGeom prst="cub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</a:t>
            </a:r>
          </a:p>
        </p:txBody>
      </p:sp>
      <p:sp>
        <p:nvSpPr>
          <p:cNvPr id="38" name="Cube 37">
            <a:extLst>
              <a:ext uri="{FF2B5EF4-FFF2-40B4-BE49-F238E27FC236}">
                <a16:creationId xmlns:a16="http://schemas.microsoft.com/office/drawing/2014/main" id="{00B01437-2207-893E-9FD8-A0742230670F}"/>
              </a:ext>
            </a:extLst>
          </p:cNvPr>
          <p:cNvSpPr/>
          <p:nvPr/>
        </p:nvSpPr>
        <p:spPr>
          <a:xfrm>
            <a:off x="4079505" y="4942401"/>
            <a:ext cx="614734" cy="371302"/>
          </a:xfrm>
          <a:prstGeom prst="cub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39" name="Cube 38">
            <a:extLst>
              <a:ext uri="{FF2B5EF4-FFF2-40B4-BE49-F238E27FC236}">
                <a16:creationId xmlns:a16="http://schemas.microsoft.com/office/drawing/2014/main" id="{B1198C48-5A58-DEB3-27F7-B4B0D2CECE7F}"/>
              </a:ext>
            </a:extLst>
          </p:cNvPr>
          <p:cNvSpPr/>
          <p:nvPr/>
        </p:nvSpPr>
        <p:spPr>
          <a:xfrm>
            <a:off x="4082376" y="3361072"/>
            <a:ext cx="614734" cy="371302"/>
          </a:xfrm>
          <a:prstGeom prst="cub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</a:t>
            </a:r>
          </a:p>
        </p:txBody>
      </p:sp>
      <p:sp>
        <p:nvSpPr>
          <p:cNvPr id="40" name="Cube 39">
            <a:extLst>
              <a:ext uri="{FF2B5EF4-FFF2-40B4-BE49-F238E27FC236}">
                <a16:creationId xmlns:a16="http://schemas.microsoft.com/office/drawing/2014/main" id="{F023695E-1CBE-90EE-5490-C3A3B626B218}"/>
              </a:ext>
            </a:extLst>
          </p:cNvPr>
          <p:cNvSpPr/>
          <p:nvPr/>
        </p:nvSpPr>
        <p:spPr>
          <a:xfrm>
            <a:off x="4082376" y="4126536"/>
            <a:ext cx="614734" cy="371302"/>
          </a:xfrm>
          <a:prstGeom prst="cub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</a:t>
            </a:r>
          </a:p>
        </p:txBody>
      </p:sp>
      <p:sp>
        <p:nvSpPr>
          <p:cNvPr id="41" name="Cube 40">
            <a:extLst>
              <a:ext uri="{FF2B5EF4-FFF2-40B4-BE49-F238E27FC236}">
                <a16:creationId xmlns:a16="http://schemas.microsoft.com/office/drawing/2014/main" id="{83241CB4-48B8-55CF-28A8-85B4C05A0AF5}"/>
              </a:ext>
            </a:extLst>
          </p:cNvPr>
          <p:cNvSpPr/>
          <p:nvPr/>
        </p:nvSpPr>
        <p:spPr>
          <a:xfrm>
            <a:off x="5131962" y="4121179"/>
            <a:ext cx="614734" cy="371302"/>
          </a:xfrm>
          <a:prstGeom prst="cub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H</a:t>
            </a:r>
          </a:p>
        </p:txBody>
      </p:sp>
      <p:sp>
        <p:nvSpPr>
          <p:cNvPr id="42" name="Down Arrow 41">
            <a:extLst>
              <a:ext uri="{FF2B5EF4-FFF2-40B4-BE49-F238E27FC236}">
                <a16:creationId xmlns:a16="http://schemas.microsoft.com/office/drawing/2014/main" id="{AAAEBD82-2EE7-AF4C-4E8E-42B7F2CA88F3}"/>
              </a:ext>
            </a:extLst>
          </p:cNvPr>
          <p:cNvSpPr/>
          <p:nvPr/>
        </p:nvSpPr>
        <p:spPr>
          <a:xfrm rot="16200000">
            <a:off x="3622390" y="3897443"/>
            <a:ext cx="148576" cy="700814"/>
          </a:xfrm>
          <a:prstGeom prst="downArrow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Down Arrow 42">
            <a:extLst>
              <a:ext uri="{FF2B5EF4-FFF2-40B4-BE49-F238E27FC236}">
                <a16:creationId xmlns:a16="http://schemas.microsoft.com/office/drawing/2014/main" id="{55D60F2A-DDAA-FAE8-D6E4-FB31AF1CD919}"/>
              </a:ext>
            </a:extLst>
          </p:cNvPr>
          <p:cNvSpPr/>
          <p:nvPr/>
        </p:nvSpPr>
        <p:spPr>
          <a:xfrm rot="16200000">
            <a:off x="4857894" y="4048069"/>
            <a:ext cx="148576" cy="399561"/>
          </a:xfrm>
          <a:prstGeom prst="downArrow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Down Arrow 43">
            <a:extLst>
              <a:ext uri="{FF2B5EF4-FFF2-40B4-BE49-F238E27FC236}">
                <a16:creationId xmlns:a16="http://schemas.microsoft.com/office/drawing/2014/main" id="{C30C9D8A-0410-0947-6A62-6DC1FF16149E}"/>
              </a:ext>
            </a:extLst>
          </p:cNvPr>
          <p:cNvSpPr/>
          <p:nvPr/>
        </p:nvSpPr>
        <p:spPr>
          <a:xfrm rot="16200000">
            <a:off x="2346959" y="4046560"/>
            <a:ext cx="148576" cy="399561"/>
          </a:xfrm>
          <a:prstGeom prst="downArrow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Down Arrow 44">
            <a:extLst>
              <a:ext uri="{FF2B5EF4-FFF2-40B4-BE49-F238E27FC236}">
                <a16:creationId xmlns:a16="http://schemas.microsoft.com/office/drawing/2014/main" id="{72D81763-F8AF-B742-8EFC-51A01E669F35}"/>
              </a:ext>
            </a:extLst>
          </p:cNvPr>
          <p:cNvSpPr/>
          <p:nvPr/>
        </p:nvSpPr>
        <p:spPr>
          <a:xfrm rot="13918818">
            <a:off x="2208440" y="3366438"/>
            <a:ext cx="188338" cy="779854"/>
          </a:xfrm>
          <a:prstGeom prst="downArrow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Down Arrow 45">
            <a:extLst>
              <a:ext uri="{FF2B5EF4-FFF2-40B4-BE49-F238E27FC236}">
                <a16:creationId xmlns:a16="http://schemas.microsoft.com/office/drawing/2014/main" id="{4477B069-3848-8463-77A3-17573463FF04}"/>
              </a:ext>
            </a:extLst>
          </p:cNvPr>
          <p:cNvSpPr/>
          <p:nvPr/>
        </p:nvSpPr>
        <p:spPr>
          <a:xfrm rot="16200000">
            <a:off x="3636647" y="3137515"/>
            <a:ext cx="148576" cy="672307"/>
          </a:xfrm>
          <a:prstGeom prst="downArrow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Down Arrow 46">
            <a:extLst>
              <a:ext uri="{FF2B5EF4-FFF2-40B4-BE49-F238E27FC236}">
                <a16:creationId xmlns:a16="http://schemas.microsoft.com/office/drawing/2014/main" id="{543B7B4F-22FF-F062-B105-BA53ECA2B548}"/>
              </a:ext>
            </a:extLst>
          </p:cNvPr>
          <p:cNvSpPr/>
          <p:nvPr/>
        </p:nvSpPr>
        <p:spPr>
          <a:xfrm rot="18067765">
            <a:off x="4952978" y="3484284"/>
            <a:ext cx="173572" cy="613320"/>
          </a:xfrm>
          <a:prstGeom prst="downArrow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Down Arrow 47">
            <a:extLst>
              <a:ext uri="{FF2B5EF4-FFF2-40B4-BE49-F238E27FC236}">
                <a16:creationId xmlns:a16="http://schemas.microsoft.com/office/drawing/2014/main" id="{2CC5A0CC-C918-43DD-63EC-42134D54159D}"/>
              </a:ext>
            </a:extLst>
          </p:cNvPr>
          <p:cNvSpPr/>
          <p:nvPr/>
        </p:nvSpPr>
        <p:spPr>
          <a:xfrm rot="16200000">
            <a:off x="3650898" y="4745750"/>
            <a:ext cx="148576" cy="700814"/>
          </a:xfrm>
          <a:prstGeom prst="downArrow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Down Arrow 48">
            <a:extLst>
              <a:ext uri="{FF2B5EF4-FFF2-40B4-BE49-F238E27FC236}">
                <a16:creationId xmlns:a16="http://schemas.microsoft.com/office/drawing/2014/main" id="{B594CE8F-79F0-6A97-B26F-17BFA0D6E5EB}"/>
              </a:ext>
            </a:extLst>
          </p:cNvPr>
          <p:cNvSpPr/>
          <p:nvPr/>
        </p:nvSpPr>
        <p:spPr>
          <a:xfrm rot="13879550">
            <a:off x="4822343" y="4545878"/>
            <a:ext cx="148576" cy="399561"/>
          </a:xfrm>
          <a:prstGeom prst="downArrow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Down Arrow 49">
            <a:extLst>
              <a:ext uri="{FF2B5EF4-FFF2-40B4-BE49-F238E27FC236}">
                <a16:creationId xmlns:a16="http://schemas.microsoft.com/office/drawing/2014/main" id="{45E1ABA3-EB2C-868D-C3E0-6176E27D79E8}"/>
              </a:ext>
            </a:extLst>
          </p:cNvPr>
          <p:cNvSpPr/>
          <p:nvPr/>
        </p:nvSpPr>
        <p:spPr>
          <a:xfrm rot="18336866">
            <a:off x="2256855" y="4434513"/>
            <a:ext cx="200951" cy="742008"/>
          </a:xfrm>
          <a:prstGeom prst="downArrow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Down Arrow 50">
            <a:extLst>
              <a:ext uri="{FF2B5EF4-FFF2-40B4-BE49-F238E27FC236}">
                <a16:creationId xmlns:a16="http://schemas.microsoft.com/office/drawing/2014/main" id="{95FA3E70-6541-E1D3-0ED9-5CA6CE217103}"/>
              </a:ext>
            </a:extLst>
          </p:cNvPr>
          <p:cNvSpPr/>
          <p:nvPr/>
        </p:nvSpPr>
        <p:spPr>
          <a:xfrm>
            <a:off x="2793928" y="4526131"/>
            <a:ext cx="148576" cy="399561"/>
          </a:xfrm>
          <a:prstGeom prst="downArrow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Down Arrow 51">
            <a:extLst>
              <a:ext uri="{FF2B5EF4-FFF2-40B4-BE49-F238E27FC236}">
                <a16:creationId xmlns:a16="http://schemas.microsoft.com/office/drawing/2014/main" id="{02DEC7BF-866D-073A-175E-24133E578B7E}"/>
              </a:ext>
            </a:extLst>
          </p:cNvPr>
          <p:cNvSpPr/>
          <p:nvPr/>
        </p:nvSpPr>
        <p:spPr>
          <a:xfrm rot="18102048">
            <a:off x="3627346" y="4276535"/>
            <a:ext cx="125824" cy="827766"/>
          </a:xfrm>
          <a:prstGeom prst="downArrow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Down Arrow 52">
            <a:extLst>
              <a:ext uri="{FF2B5EF4-FFF2-40B4-BE49-F238E27FC236}">
                <a16:creationId xmlns:a16="http://schemas.microsoft.com/office/drawing/2014/main" id="{000BF449-1E4B-8AF1-40E1-1D37985138C0}"/>
              </a:ext>
            </a:extLst>
          </p:cNvPr>
          <p:cNvSpPr/>
          <p:nvPr/>
        </p:nvSpPr>
        <p:spPr>
          <a:xfrm rot="10800000">
            <a:off x="2802710" y="3731758"/>
            <a:ext cx="148576" cy="399561"/>
          </a:xfrm>
          <a:prstGeom prst="downArrow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24117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28D8B7-87FA-A34B-B533-5600A141A8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3786" y="-4611"/>
            <a:ext cx="10515600" cy="1325563"/>
          </a:xfrm>
        </p:spPr>
        <p:txBody>
          <a:bodyPr/>
          <a:lstStyle/>
          <a:p>
            <a:r>
              <a:rPr lang="en-US" dirty="0"/>
              <a:t>Monitoring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931796B-1FD3-5E48-83E4-DEBB9AFDB1D5}"/>
              </a:ext>
            </a:extLst>
          </p:cNvPr>
          <p:cNvSpPr txBox="1"/>
          <p:nvPr/>
        </p:nvSpPr>
        <p:spPr>
          <a:xfrm>
            <a:off x="510780" y="1320952"/>
            <a:ext cx="11341821" cy="88036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Run Ping/Trace tests originating on all Junction nodes, on all outgoing segment lists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Controller aggregates to produce a full view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2C1735C-A9C4-F3D4-A907-3F466B857C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CB386-7125-DC4F-9300-510185DC52B7}" type="slidenum">
              <a:rPr lang="en-US" smtClean="0"/>
              <a:t>6</a:t>
            </a:fld>
            <a:endParaRPr lang="en-US" dirty="0"/>
          </a:p>
        </p:txBody>
      </p:sp>
      <p:sp>
        <p:nvSpPr>
          <p:cNvPr id="75" name="Cube 74">
            <a:extLst>
              <a:ext uri="{FF2B5EF4-FFF2-40B4-BE49-F238E27FC236}">
                <a16:creationId xmlns:a16="http://schemas.microsoft.com/office/drawing/2014/main" id="{73D6B9E1-AB5D-6DF8-DC5E-2F8D00D03721}"/>
              </a:ext>
            </a:extLst>
          </p:cNvPr>
          <p:cNvSpPr/>
          <p:nvPr/>
        </p:nvSpPr>
        <p:spPr>
          <a:xfrm>
            <a:off x="5091095" y="2862955"/>
            <a:ext cx="1892748" cy="371302"/>
          </a:xfrm>
          <a:prstGeom prst="cub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Controller/PCE</a:t>
            </a:r>
          </a:p>
        </p:txBody>
      </p: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94C5D670-6E09-F9F7-899C-CC870447E977}"/>
              </a:ext>
            </a:extLst>
          </p:cNvPr>
          <p:cNvCxnSpPr>
            <a:cxnSpLocks/>
            <a:stCxn id="75" idx="3"/>
            <a:endCxn id="81" idx="0"/>
          </p:cNvCxnSpPr>
          <p:nvPr/>
        </p:nvCxnSpPr>
        <p:spPr>
          <a:xfrm flipH="1">
            <a:off x="4473370" y="3234257"/>
            <a:ext cx="1517686" cy="157983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2A9BE550-1084-1744-4981-2004311ED364}"/>
              </a:ext>
            </a:extLst>
          </p:cNvPr>
          <p:cNvCxnSpPr>
            <a:cxnSpLocks/>
            <a:stCxn id="80" idx="3"/>
            <a:endCxn id="82" idx="1"/>
          </p:cNvCxnSpPr>
          <p:nvPr/>
        </p:nvCxnSpPr>
        <p:spPr>
          <a:xfrm flipH="1">
            <a:off x="5536165" y="5178815"/>
            <a:ext cx="5431" cy="53401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9" name="Cube 78">
            <a:extLst>
              <a:ext uri="{FF2B5EF4-FFF2-40B4-BE49-F238E27FC236}">
                <a16:creationId xmlns:a16="http://schemas.microsoft.com/office/drawing/2014/main" id="{C256FEEE-632C-C084-5555-04ED8F630004}"/>
              </a:ext>
            </a:extLst>
          </p:cNvPr>
          <p:cNvSpPr/>
          <p:nvPr/>
        </p:nvSpPr>
        <p:spPr>
          <a:xfrm>
            <a:off x="5276465" y="4043462"/>
            <a:ext cx="614734" cy="371302"/>
          </a:xfrm>
          <a:prstGeom prst="cube">
            <a:avLst/>
          </a:prstGeom>
          <a:solidFill>
            <a:schemeClr val="bg2">
              <a:alpha val="20000"/>
            </a:schemeClr>
          </a:solidFill>
          <a:ln>
            <a:solidFill>
              <a:schemeClr val="accent1">
                <a:shade val="15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alpha val="20000"/>
                  </a:schemeClr>
                </a:solidFill>
              </a:rPr>
              <a:t>B</a:t>
            </a:r>
          </a:p>
        </p:txBody>
      </p:sp>
      <p:sp>
        <p:nvSpPr>
          <p:cNvPr id="80" name="Cube 79">
            <a:extLst>
              <a:ext uri="{FF2B5EF4-FFF2-40B4-BE49-F238E27FC236}">
                <a16:creationId xmlns:a16="http://schemas.microsoft.com/office/drawing/2014/main" id="{48184475-F21E-DA58-F577-4A5A51519EF8}"/>
              </a:ext>
            </a:extLst>
          </p:cNvPr>
          <p:cNvSpPr/>
          <p:nvPr/>
        </p:nvSpPr>
        <p:spPr>
          <a:xfrm>
            <a:off x="5280642" y="4807513"/>
            <a:ext cx="614734" cy="371302"/>
          </a:xfrm>
          <a:prstGeom prst="cub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81" name="Cube 80">
            <a:extLst>
              <a:ext uri="{FF2B5EF4-FFF2-40B4-BE49-F238E27FC236}">
                <a16:creationId xmlns:a16="http://schemas.microsoft.com/office/drawing/2014/main" id="{E6241DE2-FACB-E837-7452-13D53B15B392}"/>
              </a:ext>
            </a:extLst>
          </p:cNvPr>
          <p:cNvSpPr/>
          <p:nvPr/>
        </p:nvSpPr>
        <p:spPr>
          <a:xfrm>
            <a:off x="4119590" y="4814088"/>
            <a:ext cx="614734" cy="371302"/>
          </a:xfrm>
          <a:prstGeom prst="cub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82" name="Cube 81">
            <a:extLst>
              <a:ext uri="{FF2B5EF4-FFF2-40B4-BE49-F238E27FC236}">
                <a16:creationId xmlns:a16="http://schemas.microsoft.com/office/drawing/2014/main" id="{BDAAF281-9BC9-8941-90D2-25D34EFF699B}"/>
              </a:ext>
            </a:extLst>
          </p:cNvPr>
          <p:cNvSpPr/>
          <p:nvPr/>
        </p:nvSpPr>
        <p:spPr>
          <a:xfrm>
            <a:off x="5275211" y="5620002"/>
            <a:ext cx="614734" cy="371302"/>
          </a:xfrm>
          <a:prstGeom prst="cube">
            <a:avLst/>
          </a:prstGeom>
          <a:solidFill>
            <a:schemeClr val="bg2">
              <a:alpha val="20000"/>
            </a:schemeClr>
          </a:solidFill>
          <a:ln>
            <a:solidFill>
              <a:schemeClr val="accent1">
                <a:shade val="15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alpha val="20000"/>
                  </a:schemeClr>
                </a:solidFill>
              </a:rPr>
              <a:t>D</a:t>
            </a:r>
          </a:p>
        </p:txBody>
      </p:sp>
      <p:sp>
        <p:nvSpPr>
          <p:cNvPr id="83" name="Cube 82">
            <a:extLst>
              <a:ext uri="{FF2B5EF4-FFF2-40B4-BE49-F238E27FC236}">
                <a16:creationId xmlns:a16="http://schemas.microsoft.com/office/drawing/2014/main" id="{A6F7E6D6-C40B-31A5-B8E2-AF3090498B80}"/>
              </a:ext>
            </a:extLst>
          </p:cNvPr>
          <p:cNvSpPr/>
          <p:nvPr/>
        </p:nvSpPr>
        <p:spPr>
          <a:xfrm>
            <a:off x="6665638" y="5620002"/>
            <a:ext cx="614734" cy="371302"/>
          </a:xfrm>
          <a:prstGeom prst="cube">
            <a:avLst/>
          </a:prstGeom>
          <a:solidFill>
            <a:schemeClr val="bg2">
              <a:alpha val="20000"/>
            </a:schemeClr>
          </a:solidFill>
          <a:ln>
            <a:solidFill>
              <a:schemeClr val="accent1">
                <a:shade val="15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alpha val="20000"/>
                  </a:schemeClr>
                </a:solidFill>
              </a:rPr>
              <a:t>G</a:t>
            </a:r>
          </a:p>
        </p:txBody>
      </p:sp>
      <p:sp>
        <p:nvSpPr>
          <p:cNvPr id="84" name="Cube 83">
            <a:extLst>
              <a:ext uri="{FF2B5EF4-FFF2-40B4-BE49-F238E27FC236}">
                <a16:creationId xmlns:a16="http://schemas.microsoft.com/office/drawing/2014/main" id="{5EB5AC94-FDE1-A70E-5226-C0DE63BDBA58}"/>
              </a:ext>
            </a:extLst>
          </p:cNvPr>
          <p:cNvSpPr/>
          <p:nvPr/>
        </p:nvSpPr>
        <p:spPr>
          <a:xfrm>
            <a:off x="6668509" y="4038673"/>
            <a:ext cx="614734" cy="371302"/>
          </a:xfrm>
          <a:prstGeom prst="cube">
            <a:avLst/>
          </a:prstGeom>
          <a:solidFill>
            <a:schemeClr val="bg2">
              <a:alpha val="20000"/>
            </a:schemeClr>
          </a:solidFill>
          <a:ln>
            <a:solidFill>
              <a:schemeClr val="accent1">
                <a:shade val="15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alpha val="20000"/>
                  </a:schemeClr>
                </a:solidFill>
              </a:rPr>
              <a:t>E</a:t>
            </a:r>
          </a:p>
        </p:txBody>
      </p:sp>
      <p:sp>
        <p:nvSpPr>
          <p:cNvPr id="85" name="Cube 84">
            <a:extLst>
              <a:ext uri="{FF2B5EF4-FFF2-40B4-BE49-F238E27FC236}">
                <a16:creationId xmlns:a16="http://schemas.microsoft.com/office/drawing/2014/main" id="{FCC998ED-6462-FB0A-25D5-6AC8934B493E}"/>
              </a:ext>
            </a:extLst>
          </p:cNvPr>
          <p:cNvSpPr/>
          <p:nvPr/>
        </p:nvSpPr>
        <p:spPr>
          <a:xfrm>
            <a:off x="6668509" y="4804137"/>
            <a:ext cx="614734" cy="371302"/>
          </a:xfrm>
          <a:prstGeom prst="cube">
            <a:avLst/>
          </a:prstGeom>
          <a:solidFill>
            <a:schemeClr val="bg2">
              <a:alpha val="20000"/>
            </a:schemeClr>
          </a:solidFill>
          <a:ln>
            <a:solidFill>
              <a:schemeClr val="accent1">
                <a:shade val="15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alpha val="20000"/>
                  </a:schemeClr>
                </a:solidFill>
              </a:rPr>
              <a:t>F</a:t>
            </a:r>
          </a:p>
        </p:txBody>
      </p:sp>
      <p:sp>
        <p:nvSpPr>
          <p:cNvPr id="86" name="Cube 85">
            <a:extLst>
              <a:ext uri="{FF2B5EF4-FFF2-40B4-BE49-F238E27FC236}">
                <a16:creationId xmlns:a16="http://schemas.microsoft.com/office/drawing/2014/main" id="{A8B6902B-B78F-3E61-E9D2-C9F65ECF5D2F}"/>
              </a:ext>
            </a:extLst>
          </p:cNvPr>
          <p:cNvSpPr/>
          <p:nvPr/>
        </p:nvSpPr>
        <p:spPr>
          <a:xfrm>
            <a:off x="7718095" y="4798780"/>
            <a:ext cx="614734" cy="371302"/>
          </a:xfrm>
          <a:prstGeom prst="cub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H</a:t>
            </a:r>
          </a:p>
        </p:txBody>
      </p:sp>
      <p:sp>
        <p:nvSpPr>
          <p:cNvPr id="87" name="Down Arrow 86">
            <a:extLst>
              <a:ext uri="{FF2B5EF4-FFF2-40B4-BE49-F238E27FC236}">
                <a16:creationId xmlns:a16="http://schemas.microsoft.com/office/drawing/2014/main" id="{7B1298D5-5513-8F7E-023A-42F2AFCAE49B}"/>
              </a:ext>
            </a:extLst>
          </p:cNvPr>
          <p:cNvSpPr/>
          <p:nvPr/>
        </p:nvSpPr>
        <p:spPr>
          <a:xfrm rot="16200000">
            <a:off x="6734492" y="4049074"/>
            <a:ext cx="148576" cy="1752753"/>
          </a:xfrm>
          <a:prstGeom prst="down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8" name="Down Arrow 87">
            <a:extLst>
              <a:ext uri="{FF2B5EF4-FFF2-40B4-BE49-F238E27FC236}">
                <a16:creationId xmlns:a16="http://schemas.microsoft.com/office/drawing/2014/main" id="{EEE1B196-8053-1EDD-DBA6-A46285B46C45}"/>
              </a:ext>
            </a:extLst>
          </p:cNvPr>
          <p:cNvSpPr/>
          <p:nvPr/>
        </p:nvSpPr>
        <p:spPr>
          <a:xfrm rot="16200000">
            <a:off x="4921671" y="4695044"/>
            <a:ext cx="148576" cy="521001"/>
          </a:xfrm>
          <a:prstGeom prst="downArrow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Down Arrow 88">
            <a:extLst>
              <a:ext uri="{FF2B5EF4-FFF2-40B4-BE49-F238E27FC236}">
                <a16:creationId xmlns:a16="http://schemas.microsoft.com/office/drawing/2014/main" id="{D51F64D9-5FFD-827B-BDD5-56A994AAB348}"/>
              </a:ext>
            </a:extLst>
          </p:cNvPr>
          <p:cNvSpPr/>
          <p:nvPr/>
        </p:nvSpPr>
        <p:spPr>
          <a:xfrm rot="13918818">
            <a:off x="5000865" y="4012176"/>
            <a:ext cx="188338" cy="912271"/>
          </a:xfrm>
          <a:prstGeom prst="downArrow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Down Arrow 92">
            <a:extLst>
              <a:ext uri="{FF2B5EF4-FFF2-40B4-BE49-F238E27FC236}">
                <a16:creationId xmlns:a16="http://schemas.microsoft.com/office/drawing/2014/main" id="{ED9F11A3-7909-5B80-0CDC-598A482779A7}"/>
              </a:ext>
            </a:extLst>
          </p:cNvPr>
          <p:cNvSpPr/>
          <p:nvPr/>
        </p:nvSpPr>
        <p:spPr>
          <a:xfrm rot="18336866">
            <a:off x="4772691" y="5034778"/>
            <a:ext cx="172415" cy="1127838"/>
          </a:xfrm>
          <a:prstGeom prst="downArrow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Down Arrow 93">
            <a:extLst>
              <a:ext uri="{FF2B5EF4-FFF2-40B4-BE49-F238E27FC236}">
                <a16:creationId xmlns:a16="http://schemas.microsoft.com/office/drawing/2014/main" id="{99EBE97D-6024-1870-93AC-C2CC1F9E7B31}"/>
              </a:ext>
            </a:extLst>
          </p:cNvPr>
          <p:cNvSpPr/>
          <p:nvPr/>
        </p:nvSpPr>
        <p:spPr>
          <a:xfrm>
            <a:off x="5536165" y="5186432"/>
            <a:ext cx="148576" cy="676224"/>
          </a:xfrm>
          <a:prstGeom prst="down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Down Arrow 94">
            <a:extLst>
              <a:ext uri="{FF2B5EF4-FFF2-40B4-BE49-F238E27FC236}">
                <a16:creationId xmlns:a16="http://schemas.microsoft.com/office/drawing/2014/main" id="{9862234C-A591-FCCD-67C3-D78B5352E403}"/>
              </a:ext>
            </a:extLst>
          </p:cNvPr>
          <p:cNvSpPr/>
          <p:nvPr/>
        </p:nvSpPr>
        <p:spPr>
          <a:xfrm rot="18102048">
            <a:off x="6352511" y="4876594"/>
            <a:ext cx="125824" cy="1154589"/>
          </a:xfrm>
          <a:prstGeom prst="down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Down Arrow 95">
            <a:extLst>
              <a:ext uri="{FF2B5EF4-FFF2-40B4-BE49-F238E27FC236}">
                <a16:creationId xmlns:a16="http://schemas.microsoft.com/office/drawing/2014/main" id="{86DE2319-8056-42C3-583D-BD2830DD5868}"/>
              </a:ext>
            </a:extLst>
          </p:cNvPr>
          <p:cNvSpPr/>
          <p:nvPr/>
        </p:nvSpPr>
        <p:spPr>
          <a:xfrm rot="10800000">
            <a:off x="5550434" y="4297047"/>
            <a:ext cx="148576" cy="489053"/>
          </a:xfrm>
          <a:prstGeom prst="down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518F1C3E-F282-E64D-31F6-B51674E5E028}"/>
              </a:ext>
            </a:extLst>
          </p:cNvPr>
          <p:cNvCxnSpPr>
            <a:cxnSpLocks/>
            <a:stCxn id="75" idx="3"/>
            <a:endCxn id="80" idx="0"/>
          </p:cNvCxnSpPr>
          <p:nvPr/>
        </p:nvCxnSpPr>
        <p:spPr>
          <a:xfrm flipH="1">
            <a:off x="5634422" y="3234257"/>
            <a:ext cx="356634" cy="15732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E4F32159-CA7E-B100-48F6-4D605B0D4EC8}"/>
              </a:ext>
            </a:extLst>
          </p:cNvPr>
          <p:cNvSpPr txBox="1"/>
          <p:nvPr/>
        </p:nvSpPr>
        <p:spPr>
          <a:xfrm>
            <a:off x="5608287" y="4433250"/>
            <a:ext cx="6147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38ms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7EC30793-D9B4-EC3F-1501-F4411C916F5D}"/>
              </a:ext>
            </a:extLst>
          </p:cNvPr>
          <p:cNvSpPr txBox="1"/>
          <p:nvPr/>
        </p:nvSpPr>
        <p:spPr>
          <a:xfrm>
            <a:off x="6096000" y="4672091"/>
            <a:ext cx="6147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35ms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4397E1B7-4CA8-8E71-AE01-09819EBAC2B9}"/>
              </a:ext>
            </a:extLst>
          </p:cNvPr>
          <p:cNvSpPr txBox="1"/>
          <p:nvPr/>
        </p:nvSpPr>
        <p:spPr>
          <a:xfrm>
            <a:off x="6050905" y="5070072"/>
            <a:ext cx="6147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34ms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010527CD-40BC-C63B-EB85-8B8563634471}"/>
              </a:ext>
            </a:extLst>
          </p:cNvPr>
          <p:cNvSpPr txBox="1"/>
          <p:nvPr/>
        </p:nvSpPr>
        <p:spPr>
          <a:xfrm>
            <a:off x="5541596" y="5310966"/>
            <a:ext cx="6147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37ms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2DBFAD1A-E89E-5B1B-4063-7230D1C877EB}"/>
              </a:ext>
            </a:extLst>
          </p:cNvPr>
          <p:cNvSpPr txBox="1"/>
          <p:nvPr/>
        </p:nvSpPr>
        <p:spPr>
          <a:xfrm>
            <a:off x="4667337" y="4978276"/>
            <a:ext cx="6147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FF0000"/>
                </a:solidFill>
              </a:rPr>
              <a:t>42ms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436F44BC-AD25-FB17-3FBE-4D38D305668F}"/>
              </a:ext>
            </a:extLst>
          </p:cNvPr>
          <p:cNvSpPr txBox="1"/>
          <p:nvPr/>
        </p:nvSpPr>
        <p:spPr>
          <a:xfrm>
            <a:off x="8362610" y="4386841"/>
            <a:ext cx="359493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u="sng" dirty="0"/>
              <a:t>A-&gt;C measures one strand</a:t>
            </a:r>
          </a:p>
          <a:p>
            <a:pPr algn="ctr"/>
            <a:endParaRPr lang="en-US" sz="1600" b="1" u="sng" dirty="0"/>
          </a:p>
          <a:p>
            <a:pPr algn="ctr"/>
            <a:r>
              <a:rPr lang="en-US" sz="1600" dirty="0"/>
              <a:t>Controller computes deltas to determine min, max, estimate delay via SID List to C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44F098FC-C237-0403-E8F8-A56BBE96A182}"/>
              </a:ext>
            </a:extLst>
          </p:cNvPr>
          <p:cNvSpPr txBox="1"/>
          <p:nvPr/>
        </p:nvSpPr>
        <p:spPr>
          <a:xfrm>
            <a:off x="4278735" y="4239530"/>
            <a:ext cx="6147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44ms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724435CF-8F35-1681-8CD5-3FC3D5C491C4}"/>
              </a:ext>
            </a:extLst>
          </p:cNvPr>
          <p:cNvSpPr txBox="1"/>
          <p:nvPr/>
        </p:nvSpPr>
        <p:spPr>
          <a:xfrm>
            <a:off x="4309501" y="5587965"/>
            <a:ext cx="6147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43ms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919619D2-6EF9-003F-595D-6147BCCE4768}"/>
              </a:ext>
            </a:extLst>
          </p:cNvPr>
          <p:cNvSpPr txBox="1"/>
          <p:nvPr/>
        </p:nvSpPr>
        <p:spPr>
          <a:xfrm>
            <a:off x="175801" y="4435174"/>
            <a:ext cx="2645692" cy="894732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200" dirty="0"/>
              <a:t>Ping from A to C will be weight hashed out of C unless cycle entropy, which can cascade through multiple junctions</a:t>
            </a:r>
          </a:p>
        </p:txBody>
      </p:sp>
    </p:spTree>
    <p:extLst>
      <p:ext uri="{BB962C8B-B14F-4D97-AF65-F5344CB8AC3E}">
        <p14:creationId xmlns:p14="http://schemas.microsoft.com/office/powerpoint/2010/main" val="27548879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DD5DC8-FB81-977A-ACB7-880712022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335A9-5133-9FD1-C71D-870719CB34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3786" y="-4611"/>
            <a:ext cx="10515600" cy="1325563"/>
          </a:xfrm>
        </p:spPr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1C5225D-81F5-D39B-D451-9296B77D5944}"/>
              </a:ext>
            </a:extLst>
          </p:cNvPr>
          <p:cNvSpPr txBox="1"/>
          <p:nvPr/>
        </p:nvSpPr>
        <p:spPr>
          <a:xfrm>
            <a:off x="510780" y="1320952"/>
            <a:ext cx="11341821" cy="129586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Open to discussions and feedback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OAM SRv6 specific details to explore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Seeking WG adoption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CC57996-2C50-5F60-EB2B-A424AC4624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CB386-7125-DC4F-9300-510185DC52B7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24206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5d471751-9675-428d-917b-70f44f9630b0}" enabled="0" method="" siteId="{5d471751-9675-428d-917b-70f44f9630b0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670</TotalTime>
  <Words>420</Words>
  <Application>Microsoft Macintosh PowerPoint</Application>
  <PresentationFormat>Widescreen</PresentationFormat>
  <Paragraphs>117</Paragraphs>
  <Slides>7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Multipath Traffic Engineering  for Segment Routing</vt:lpstr>
      <vt:lpstr>Recap - draft-stone-spring-mpte-sr</vt:lpstr>
      <vt:lpstr>PowerPoint Presentation</vt:lpstr>
      <vt:lpstr>-02 changes</vt:lpstr>
      <vt:lpstr>Liveness</vt:lpstr>
      <vt:lpstr>Monitoring</vt:lpstr>
      <vt:lpstr>Next steps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>Andrew Stone (Nokia)</cp:lastModifiedBy>
  <cp:revision>140</cp:revision>
  <dcterms:created xsi:type="dcterms:W3CDTF">2019-11-13T17:51:28Z</dcterms:created>
  <dcterms:modified xsi:type="dcterms:W3CDTF">2026-06-29T19:22:15Z</dcterms:modified>
  <cp:category/>
</cp:coreProperties>
</file>