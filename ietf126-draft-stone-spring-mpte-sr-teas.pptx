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6" r:id="rId3"/>
    <p:sldId id="265" r:id="rId4"/>
    <p:sldId id="264" r:id="rId5"/>
    <p:sldId id="269" r:id="rId6"/>
    <p:sldId id="270" r:id="rId7"/>
    <p:sldId id="268" r:id="rId8"/>
    <p:sldId id="260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97DE"/>
    <a:srgbClr val="A44CFF"/>
    <a:srgbClr val="9F4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786EA8-E9AA-5A44-BC3D-9C0DFE04D883}" v="23" dt="2026-07-20T12:43:36.3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529"/>
  </p:normalViewPr>
  <p:slideViewPr>
    <p:cSldViewPr snapToGrid="0" snapToObjects="1">
      <p:cViewPr varScale="1">
        <p:scale>
          <a:sx n="187" d="100"/>
          <a:sy n="187" d="100"/>
        </p:scale>
        <p:origin x="7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Stone (Nokia)" userId="5e693d72-0831-418e-b3bc-937f682be9d6" providerId="ADAL" clId="{23AA7552-9185-5EEB-9431-C2796A246E54}"/>
    <pc:docChg chg="undo redo custSel addSld delSld modSld sldOrd">
      <pc:chgData name="Andrew Stone (Nokia)" userId="5e693d72-0831-418e-b3bc-937f682be9d6" providerId="ADAL" clId="{23AA7552-9185-5EEB-9431-C2796A246E54}" dt="2026-07-20T12:43:36.399" v="6638" actId="20577"/>
      <pc:docMkLst>
        <pc:docMk/>
      </pc:docMkLst>
      <pc:sldChg chg="addSp modSp mod">
        <pc:chgData name="Andrew Stone (Nokia)" userId="5e693d72-0831-418e-b3bc-937f682be9d6" providerId="ADAL" clId="{23AA7552-9185-5EEB-9431-C2796A246E54}" dt="2026-07-20T12:43:36.399" v="6638" actId="20577"/>
        <pc:sldMkLst>
          <pc:docMk/>
          <pc:sldMk cId="705808974" sldId="256"/>
        </pc:sldMkLst>
        <pc:spChg chg="mod">
          <ac:chgData name="Andrew Stone (Nokia)" userId="5e693d72-0831-418e-b3bc-937f682be9d6" providerId="ADAL" clId="{23AA7552-9185-5EEB-9431-C2796A246E54}" dt="2026-06-29T18:13:58.017" v="3710" actId="1036"/>
          <ac:spMkLst>
            <pc:docMk/>
            <pc:sldMk cId="705808974" sldId="256"/>
            <ac:spMk id="2" creationId="{8BC79E0D-E053-2444-A769-A0F98DD7DB3B}"/>
          </ac:spMkLst>
        </pc:spChg>
        <pc:spChg chg="mod">
          <ac:chgData name="Andrew Stone (Nokia)" userId="5e693d72-0831-418e-b3bc-937f682be9d6" providerId="ADAL" clId="{23AA7552-9185-5EEB-9431-C2796A246E54}" dt="2026-07-10T19:10:02.056" v="5891" actId="115"/>
          <ac:spMkLst>
            <pc:docMk/>
            <pc:sldMk cId="705808974" sldId="256"/>
            <ac:spMk id="3" creationId="{3233BED0-9E8D-D245-BFB1-5A14FC050A6D}"/>
          </ac:spMkLst>
        </pc:spChg>
        <pc:spChg chg="mod">
          <ac:chgData name="Andrew Stone (Nokia)" userId="5e693d72-0831-418e-b3bc-937f682be9d6" providerId="ADAL" clId="{23AA7552-9185-5EEB-9431-C2796A246E54}" dt="2026-07-20T12:43:36.399" v="6638" actId="20577"/>
          <ac:spMkLst>
            <pc:docMk/>
            <pc:sldMk cId="705808974" sldId="256"/>
            <ac:spMk id="4" creationId="{212D715C-4ACC-1948-821B-9DA38B3DB0BA}"/>
          </ac:spMkLst>
        </pc:spChg>
      </pc:sldChg>
      <pc:sldChg chg="addSp delSp modSp mod">
        <pc:chgData name="Andrew Stone (Nokia)" userId="5e693d72-0831-418e-b3bc-937f682be9d6" providerId="ADAL" clId="{23AA7552-9185-5EEB-9431-C2796A246E54}" dt="2026-06-29T19:22:14.079" v="5872" actId="20577"/>
        <pc:sldMkLst>
          <pc:docMk/>
          <pc:sldMk cId="2754887948" sldId="260"/>
        </pc:sldMkLst>
        <pc:spChg chg="mod">
          <ac:chgData name="Andrew Stone (Nokia)" userId="5e693d72-0831-418e-b3bc-937f682be9d6" providerId="ADAL" clId="{23AA7552-9185-5EEB-9431-C2796A246E54}" dt="2026-06-29T19:02:55.042" v="4640" actId="20577"/>
          <ac:spMkLst>
            <pc:docMk/>
            <pc:sldMk cId="2754887948" sldId="260"/>
            <ac:spMk id="2" creationId="{E528D8B7-87FA-A34B-B533-5600A141A8E0}"/>
          </ac:spMkLst>
        </pc:spChg>
        <pc:spChg chg="mod">
          <ac:chgData name="Andrew Stone (Nokia)" userId="5e693d72-0831-418e-b3bc-937f682be9d6" providerId="ADAL" clId="{23AA7552-9185-5EEB-9431-C2796A246E54}" dt="2026-06-29T19:02:28.585" v="4621" actId="1076"/>
          <ac:spMkLst>
            <pc:docMk/>
            <pc:sldMk cId="2754887948" sldId="260"/>
            <ac:spMk id="3" creationId="{B2C1735C-A9C4-F3D4-A907-3F466B857C94}"/>
          </ac:spMkLst>
        </pc:spChg>
        <pc:spChg chg="mod">
          <ac:chgData name="Andrew Stone (Nokia)" userId="5e693d72-0831-418e-b3bc-937f682be9d6" providerId="ADAL" clId="{23AA7552-9185-5EEB-9431-C2796A246E54}" dt="2026-06-29T19:04:20.418" v="4679" actId="20577"/>
          <ac:spMkLst>
            <pc:docMk/>
            <pc:sldMk cId="2754887948" sldId="260"/>
            <ac:spMk id="20" creationId="{0931796B-1FD3-5E48-83E4-DEBB9AFDB1D5}"/>
          </ac:spMkLst>
        </pc:spChg>
        <pc:spChg chg="add mod">
          <ac:chgData name="Andrew Stone (Nokia)" userId="5e693d72-0831-418e-b3bc-937f682be9d6" providerId="ADAL" clId="{23AA7552-9185-5EEB-9431-C2796A246E54}" dt="2026-06-29T19:04:07.631" v="4672" actId="1076"/>
          <ac:spMkLst>
            <pc:docMk/>
            <pc:sldMk cId="2754887948" sldId="260"/>
            <ac:spMk id="75" creationId="{73D6B9E1-AB5D-6DF8-DC5E-2F8D00D03721}"/>
          </ac:spMkLst>
        </pc:spChg>
        <pc:spChg chg="add mod">
          <ac:chgData name="Andrew Stone (Nokia)" userId="5e693d72-0831-418e-b3bc-937f682be9d6" providerId="ADAL" clId="{23AA7552-9185-5EEB-9431-C2796A246E54}" dt="2026-06-29T19:03:08.298" v="4652" actId="1076"/>
          <ac:spMkLst>
            <pc:docMk/>
            <pc:sldMk cId="2754887948" sldId="260"/>
            <ac:spMk id="81" creationId="{E6241DE2-FACB-E837-7452-13D53B15B392}"/>
          </ac:spMkLst>
        </pc:spChg>
        <pc:spChg chg="add mod">
          <ac:chgData name="Andrew Stone (Nokia)" userId="5e693d72-0831-418e-b3bc-937f682be9d6" providerId="ADAL" clId="{23AA7552-9185-5EEB-9431-C2796A246E54}" dt="2026-06-29T19:03:08.298" v="4652" actId="1076"/>
          <ac:spMkLst>
            <pc:docMk/>
            <pc:sldMk cId="2754887948" sldId="260"/>
            <ac:spMk id="85" creationId="{FCC998ED-6462-FB0A-25D5-6AC8934B493E}"/>
          </ac:spMkLst>
        </pc:spChg>
        <pc:spChg chg="add mod">
          <ac:chgData name="Andrew Stone (Nokia)" userId="5e693d72-0831-418e-b3bc-937f682be9d6" providerId="ADAL" clId="{23AA7552-9185-5EEB-9431-C2796A246E54}" dt="2026-06-29T19:04:34.025" v="4688" actId="20577"/>
          <ac:spMkLst>
            <pc:docMk/>
            <pc:sldMk cId="2754887948" sldId="260"/>
            <ac:spMk id="87" creationId="{7B1298D5-5513-8F7E-023A-42F2AFCAE49B}"/>
          </ac:spMkLst>
        </pc:spChg>
        <pc:spChg chg="add mod">
          <ac:chgData name="Andrew Stone (Nokia)" userId="5e693d72-0831-418e-b3bc-937f682be9d6" providerId="ADAL" clId="{23AA7552-9185-5EEB-9431-C2796A246E54}" dt="2026-06-29T19:04:27.576" v="4682" actId="1076"/>
          <ac:spMkLst>
            <pc:docMk/>
            <pc:sldMk cId="2754887948" sldId="260"/>
            <ac:spMk id="88" creationId="{EEE1B196-8053-1EDD-DBA6-A46285B46C45}"/>
          </ac:spMkLst>
        </pc:spChg>
        <pc:spChg chg="mod">
          <ac:chgData name="Andrew Stone (Nokia)" userId="5e693d72-0831-418e-b3bc-937f682be9d6" providerId="ADAL" clId="{23AA7552-9185-5EEB-9431-C2796A246E54}" dt="2026-06-29T19:04:26.578" v="4681" actId="1076"/>
          <ac:spMkLst>
            <pc:docMk/>
            <pc:sldMk cId="2754887948" sldId="260"/>
            <ac:spMk id="89" creationId="{D51F64D9-5FFD-827B-BDD5-56A994AAB348}"/>
          </ac:spMkLst>
        </pc:spChg>
        <pc:spChg chg="add mod">
          <ac:chgData name="Andrew Stone (Nokia)" userId="5e693d72-0831-418e-b3bc-937f682be9d6" providerId="ADAL" clId="{23AA7552-9185-5EEB-9431-C2796A246E54}" dt="2026-06-29T19:03:08.298" v="4652" actId="1076"/>
          <ac:spMkLst>
            <pc:docMk/>
            <pc:sldMk cId="2754887948" sldId="260"/>
            <ac:spMk id="95" creationId="{9862234C-A591-FCCD-67C3-D78B5352E403}"/>
          </ac:spMkLst>
        </pc:spChg>
        <pc:spChg chg="add mod">
          <ac:chgData name="Andrew Stone (Nokia)" userId="5e693d72-0831-418e-b3bc-937f682be9d6" providerId="ADAL" clId="{23AA7552-9185-5EEB-9431-C2796A246E54}" dt="2026-06-29T19:03:34.301" v="4663" actId="1076"/>
          <ac:spMkLst>
            <pc:docMk/>
            <pc:sldMk cId="2754887948" sldId="260"/>
            <ac:spMk id="96" creationId="{86DE2319-8056-42C3-583D-BD2830DD5868}"/>
          </ac:spMkLst>
        </pc:spChg>
        <pc:spChg chg="add mod">
          <ac:chgData name="Andrew Stone (Nokia)" userId="5e693d72-0831-418e-b3bc-937f682be9d6" providerId="ADAL" clId="{23AA7552-9185-5EEB-9431-C2796A246E54}" dt="2026-06-29T19:05:07.645" v="4717" actId="20577"/>
          <ac:spMkLst>
            <pc:docMk/>
            <pc:sldMk cId="2754887948" sldId="260"/>
            <ac:spMk id="113" creationId="{E4F32159-CA7E-B100-48F6-4D605B0D4EC8}"/>
          </ac:spMkLst>
        </pc:spChg>
        <pc:spChg chg="add mod">
          <ac:chgData name="Andrew Stone (Nokia)" userId="5e693d72-0831-418e-b3bc-937f682be9d6" providerId="ADAL" clId="{23AA7552-9185-5EEB-9431-C2796A246E54}" dt="2026-06-29T19:05:04.647" v="4715" actId="1076"/>
          <ac:spMkLst>
            <pc:docMk/>
            <pc:sldMk cId="2754887948" sldId="260"/>
            <ac:spMk id="114" creationId="{7EC30793-D9B4-EC3F-1501-F4411C916F5D}"/>
          </ac:spMkLst>
        </pc:spChg>
        <pc:spChg chg="add mod">
          <ac:chgData name="Andrew Stone (Nokia)" userId="5e693d72-0831-418e-b3bc-937f682be9d6" providerId="ADAL" clId="{23AA7552-9185-5EEB-9431-C2796A246E54}" dt="2026-06-29T19:05:15.216" v="4723" actId="20577"/>
          <ac:spMkLst>
            <pc:docMk/>
            <pc:sldMk cId="2754887948" sldId="260"/>
            <ac:spMk id="115" creationId="{4397E1B7-4CA8-8E71-AE01-09819EBAC2B9}"/>
          </ac:spMkLst>
        </pc:spChg>
        <pc:spChg chg="add mod">
          <ac:chgData name="Andrew Stone (Nokia)" userId="5e693d72-0831-418e-b3bc-937f682be9d6" providerId="ADAL" clId="{23AA7552-9185-5EEB-9431-C2796A246E54}" dt="2026-06-29T19:05:27.716" v="4735" actId="20577"/>
          <ac:spMkLst>
            <pc:docMk/>
            <pc:sldMk cId="2754887948" sldId="260"/>
            <ac:spMk id="116" creationId="{010527CD-40BC-C63B-EB85-8B8563634471}"/>
          </ac:spMkLst>
        </pc:spChg>
        <pc:spChg chg="add mod">
          <ac:chgData name="Andrew Stone (Nokia)" userId="5e693d72-0831-418e-b3bc-937f682be9d6" providerId="ADAL" clId="{23AA7552-9185-5EEB-9431-C2796A246E54}" dt="2026-06-29T19:21:48.959" v="5791" actId="255"/>
          <ac:spMkLst>
            <pc:docMk/>
            <pc:sldMk cId="2754887948" sldId="260"/>
            <ac:spMk id="117" creationId="{2DBFAD1A-E89E-5B1B-4063-7230D1C877EB}"/>
          </ac:spMkLst>
        </pc:spChg>
        <pc:spChg chg="add mod">
          <ac:chgData name="Andrew Stone (Nokia)" userId="5e693d72-0831-418e-b3bc-937f682be9d6" providerId="ADAL" clId="{23AA7552-9185-5EEB-9431-C2796A246E54}" dt="2026-06-29T19:21:57.517" v="5821" actId="20577"/>
          <ac:spMkLst>
            <pc:docMk/>
            <pc:sldMk cId="2754887948" sldId="260"/>
            <ac:spMk id="118" creationId="{436F44BC-AD25-FB17-3FBE-4D38D305668F}"/>
          </ac:spMkLst>
        </pc:spChg>
        <pc:spChg chg="add mod">
          <ac:chgData name="Andrew Stone (Nokia)" userId="5e693d72-0831-418e-b3bc-937f682be9d6" providerId="ADAL" clId="{23AA7552-9185-5EEB-9431-C2796A246E54}" dt="2026-06-29T19:06:40.879" v="4825" actId="20577"/>
          <ac:spMkLst>
            <pc:docMk/>
            <pc:sldMk cId="2754887948" sldId="260"/>
            <ac:spMk id="119" creationId="{44F098FC-C237-0403-E8F8-A56BBE96A182}"/>
          </ac:spMkLst>
        </pc:spChg>
        <pc:spChg chg="add mod">
          <ac:chgData name="Andrew Stone (Nokia)" userId="5e693d72-0831-418e-b3bc-937f682be9d6" providerId="ADAL" clId="{23AA7552-9185-5EEB-9431-C2796A246E54}" dt="2026-06-29T19:06:46.720" v="4829" actId="20577"/>
          <ac:spMkLst>
            <pc:docMk/>
            <pc:sldMk cId="2754887948" sldId="260"/>
            <ac:spMk id="120" creationId="{724435CF-8F35-1681-8CD5-3FC3D5C491C4}"/>
          </ac:spMkLst>
        </pc:spChg>
        <pc:spChg chg="add mod">
          <ac:chgData name="Andrew Stone (Nokia)" userId="5e693d72-0831-418e-b3bc-937f682be9d6" providerId="ADAL" clId="{23AA7552-9185-5EEB-9431-C2796A246E54}" dt="2026-06-29T19:22:14.079" v="5872" actId="20577"/>
          <ac:spMkLst>
            <pc:docMk/>
            <pc:sldMk cId="2754887948" sldId="260"/>
            <ac:spMk id="122" creationId="{919619D2-6EF9-003F-595D-6147BCCE4768}"/>
          </ac:spMkLst>
        </pc:spChg>
        <pc:cxnChg chg="mod">
          <ac:chgData name="Andrew Stone (Nokia)" userId="5e693d72-0831-418e-b3bc-937f682be9d6" providerId="ADAL" clId="{23AA7552-9185-5EEB-9431-C2796A246E54}" dt="2026-06-29T19:04:07.631" v="4672" actId="1076"/>
          <ac:cxnSpMkLst>
            <pc:docMk/>
            <pc:sldMk cId="2754887948" sldId="260"/>
            <ac:cxnSpMk id="76" creationId="{94C5D670-6E09-F9F7-899C-CC870447E977}"/>
          </ac:cxnSpMkLst>
        </pc:cxnChg>
        <pc:cxnChg chg="add mod">
          <ac:chgData name="Andrew Stone (Nokia)" userId="5e693d72-0831-418e-b3bc-937f682be9d6" providerId="ADAL" clId="{23AA7552-9185-5EEB-9431-C2796A246E54}" dt="2026-06-29T19:04:07.631" v="4672" actId="1076"/>
          <ac:cxnSpMkLst>
            <pc:docMk/>
            <pc:sldMk cId="2754887948" sldId="260"/>
            <ac:cxnSpMk id="105" creationId="{518F1C3E-F282-E64D-31F6-B51674E5E028}"/>
          </ac:cxnSpMkLst>
        </pc:cxnChg>
      </pc:sldChg>
      <pc:sldChg chg="modSp mod ord">
        <pc:chgData name="Andrew Stone (Nokia)" userId="5e693d72-0831-418e-b3bc-937f682be9d6" providerId="ADAL" clId="{23AA7552-9185-5EEB-9431-C2796A246E54}" dt="2026-07-10T19:10:37.672" v="5893" actId="20577"/>
        <pc:sldMkLst>
          <pc:docMk/>
          <pc:sldMk cId="3270141686" sldId="264"/>
        </pc:sldMkLst>
        <pc:spChg chg="mod">
          <ac:chgData name="Andrew Stone (Nokia)" userId="5e693d72-0831-418e-b3bc-937f682be9d6" providerId="ADAL" clId="{23AA7552-9185-5EEB-9431-C2796A246E54}" dt="2026-07-10T19:10:37.672" v="5893" actId="20577"/>
          <ac:spMkLst>
            <pc:docMk/>
            <pc:sldMk cId="3270141686" sldId="264"/>
            <ac:spMk id="4" creationId="{64152080-622F-442E-A102-869E6FFC654E}"/>
          </ac:spMkLst>
        </pc:spChg>
      </pc:sldChg>
      <pc:sldChg chg="delSp modSp add del mod ord">
        <pc:chgData name="Andrew Stone (Nokia)" userId="5e693d72-0831-418e-b3bc-937f682be9d6" providerId="ADAL" clId="{23AA7552-9185-5EEB-9431-C2796A246E54}" dt="2026-07-10T19:15:53.052" v="6163" actId="114"/>
        <pc:sldMkLst>
          <pc:docMk/>
          <pc:sldMk cId="3992813234" sldId="265"/>
        </pc:sldMkLst>
        <pc:spChg chg="mod">
          <ac:chgData name="Andrew Stone (Nokia)" userId="5e693d72-0831-418e-b3bc-937f682be9d6" providerId="ADAL" clId="{23AA7552-9185-5EEB-9431-C2796A246E54}" dt="2026-07-10T19:15:53.052" v="6163" actId="114"/>
          <ac:spMkLst>
            <pc:docMk/>
            <pc:sldMk cId="3992813234" sldId="265"/>
            <ac:spMk id="3" creationId="{2C4FB53B-2DA7-2AC2-4BD6-705D406C50DF}"/>
          </ac:spMkLst>
        </pc:spChg>
        <pc:spChg chg="mod">
          <ac:chgData name="Andrew Stone (Nokia)" userId="5e693d72-0831-418e-b3bc-937f682be9d6" providerId="ADAL" clId="{23AA7552-9185-5EEB-9431-C2796A246E54}" dt="2026-07-10T19:13:41.891" v="5975" actId="1076"/>
          <ac:spMkLst>
            <pc:docMk/>
            <pc:sldMk cId="3992813234" sldId="265"/>
            <ac:spMk id="10" creationId="{5B0D0282-514B-3850-45CB-12B880666F03}"/>
          </ac:spMkLst>
        </pc:spChg>
      </pc:sldChg>
      <pc:sldChg chg="modSp mod ord">
        <pc:chgData name="Andrew Stone (Nokia)" userId="5e693d72-0831-418e-b3bc-937f682be9d6" providerId="ADAL" clId="{23AA7552-9185-5EEB-9431-C2796A246E54}" dt="2026-07-10T19:13:45.056" v="5976" actId="20577"/>
        <pc:sldMkLst>
          <pc:docMk/>
          <pc:sldMk cId="972341115" sldId="266"/>
        </pc:sldMkLst>
        <pc:spChg chg="mod">
          <ac:chgData name="Andrew Stone (Nokia)" userId="5e693d72-0831-418e-b3bc-937f682be9d6" providerId="ADAL" clId="{23AA7552-9185-5EEB-9431-C2796A246E54}" dt="2026-07-10T19:10:27.904" v="5892" actId="20577"/>
          <ac:spMkLst>
            <pc:docMk/>
            <pc:sldMk cId="972341115" sldId="266"/>
            <ac:spMk id="2" creationId="{5BA28025-8DE7-F706-7D91-0800D702D0F8}"/>
          </ac:spMkLst>
        </pc:spChg>
        <pc:spChg chg="mod">
          <ac:chgData name="Andrew Stone (Nokia)" userId="5e693d72-0831-418e-b3bc-937f682be9d6" providerId="ADAL" clId="{23AA7552-9185-5EEB-9431-C2796A246E54}" dt="2026-07-10T19:13:45.056" v="5976" actId="20577"/>
          <ac:spMkLst>
            <pc:docMk/>
            <pc:sldMk cId="972341115" sldId="266"/>
            <ac:spMk id="3" creationId="{66BDB291-0349-C6F6-F105-8BA335CB85F4}"/>
          </ac:spMkLst>
        </pc:spChg>
      </pc:sldChg>
      <pc:sldChg chg="modSp add mod">
        <pc:chgData name="Andrew Stone (Nokia)" userId="5e693d72-0831-418e-b3bc-937f682be9d6" providerId="ADAL" clId="{23AA7552-9185-5EEB-9431-C2796A246E54}" dt="2026-07-10T19:15:31.155" v="6157" actId="20577"/>
        <pc:sldMkLst>
          <pc:docMk/>
          <pc:sldMk cId="1852420669" sldId="267"/>
        </pc:sldMkLst>
        <pc:spChg chg="mod">
          <ac:chgData name="Andrew Stone (Nokia)" userId="5e693d72-0831-418e-b3bc-937f682be9d6" providerId="ADAL" clId="{23AA7552-9185-5EEB-9431-C2796A246E54}" dt="2026-07-10T19:15:31.155" v="6157" actId="20577"/>
          <ac:spMkLst>
            <pc:docMk/>
            <pc:sldMk cId="1852420669" sldId="267"/>
            <ac:spMk id="20" creationId="{81C5225D-81F5-D39B-D451-9296B77D5944}"/>
          </ac:spMkLst>
        </pc:spChg>
      </pc:sldChg>
      <pc:sldChg chg="modSp add mod ord">
        <pc:chgData name="Andrew Stone (Nokia)" userId="5e693d72-0831-418e-b3bc-937f682be9d6" providerId="ADAL" clId="{23AA7552-9185-5EEB-9431-C2796A246E54}" dt="2026-06-29T19:03:00.486" v="4649" actId="20578"/>
        <pc:sldMkLst>
          <pc:docMk/>
          <pc:sldMk cId="2672411743" sldId="268"/>
        </pc:sldMkLst>
        <pc:spChg chg="mod">
          <ac:chgData name="Andrew Stone (Nokia)" userId="5e693d72-0831-418e-b3bc-937f682be9d6" providerId="ADAL" clId="{23AA7552-9185-5EEB-9431-C2796A246E54}" dt="2026-06-29T19:02:58.502" v="4648" actId="20577"/>
          <ac:spMkLst>
            <pc:docMk/>
            <pc:sldMk cId="2672411743" sldId="268"/>
            <ac:spMk id="2" creationId="{0E491A17-1BFA-004D-4DEC-C9B653FF18C7}"/>
          </ac:spMkLst>
        </pc:spChg>
      </pc:sldChg>
      <pc:sldChg chg="add">
        <pc:chgData name="Andrew Stone (Nokia)" userId="5e693d72-0831-418e-b3bc-937f682be9d6" providerId="ADAL" clId="{23AA7552-9185-5EEB-9431-C2796A246E54}" dt="2026-07-10T19:13:14.505" v="5971"/>
        <pc:sldMkLst>
          <pc:docMk/>
          <pc:sldMk cId="3933949473" sldId="269"/>
        </pc:sldMkLst>
      </pc:sldChg>
      <pc:sldChg chg="modSp add mod ord">
        <pc:chgData name="Andrew Stone (Nokia)" userId="5e693d72-0831-418e-b3bc-937f682be9d6" providerId="ADAL" clId="{23AA7552-9185-5EEB-9431-C2796A246E54}" dt="2026-07-10T19:31:15.523" v="6618" actId="20577"/>
        <pc:sldMkLst>
          <pc:docMk/>
          <pc:sldMk cId="1282159291" sldId="270"/>
        </pc:sldMkLst>
        <pc:spChg chg="mod">
          <ac:chgData name="Andrew Stone (Nokia)" userId="5e693d72-0831-418e-b3bc-937f682be9d6" providerId="ADAL" clId="{23AA7552-9185-5EEB-9431-C2796A246E54}" dt="2026-07-10T19:18:09.354" v="6480" actId="20577"/>
          <ac:spMkLst>
            <pc:docMk/>
            <pc:sldMk cId="1282159291" sldId="270"/>
            <ac:spMk id="2" creationId="{AA998281-D538-FBC4-1D1E-2FF1D22B8A24}"/>
          </ac:spMkLst>
        </pc:spChg>
        <pc:spChg chg="mod">
          <ac:chgData name="Andrew Stone (Nokia)" userId="5e693d72-0831-418e-b3bc-937f682be9d6" providerId="ADAL" clId="{23AA7552-9185-5EEB-9431-C2796A246E54}" dt="2026-07-10T19:31:15.523" v="6618" actId="20577"/>
          <ac:spMkLst>
            <pc:docMk/>
            <pc:sldMk cId="1282159291" sldId="270"/>
            <ac:spMk id="3" creationId="{397B1838-DC99-AE18-0EEE-73C60B4789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BC8E05-7B12-154C-9D4F-5CA98AA7EAAB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2D79E-D767-A04B-84D8-67046D8EC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88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4D658-7DB8-29E3-47E6-A0481C2FA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3D101-4F46-554F-C3DD-161078533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32789-342E-EF49-7BF5-349FA905A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D73BA-F7A2-D52B-488E-C8081A67C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2D79E-D767-A04B-84D8-67046D8EC0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95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BC81-2AF3-46BD-5034-8587B20EB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8380C-C7C1-B6A8-E3BB-925D70766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ABD73-CFCC-5432-38C0-A55471C80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7C2F7-6EA8-BD12-0213-7694F99CF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2D79E-D767-A04B-84D8-67046D8EC0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41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F9563-6F38-5114-754B-02ED8ED7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F9DEB-89E7-C131-E0AE-60D3A933B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1F940-2686-B844-BF4D-9AD1EDFB3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CC097-22AC-3A69-C6E9-B2ED9682F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2D79E-D767-A04B-84D8-67046D8EC0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54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13C62-351F-ED21-74D4-0C09D1412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CE6EE-0F88-438A-B3A5-BA6E25DEB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704B2-CC2D-2E79-B7A1-95736DD21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CD931-0A97-AB04-31D9-58CB2838F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2D79E-D767-A04B-84D8-67046D8EC0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01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A28D2-8845-22BB-A986-614254DE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C4413-8D13-EFB3-C4E4-3C6FB8118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5BD45-ABC9-FE6E-8FD7-DC53B7109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2F87C-12DD-5AD1-70AE-8567807C9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2D79E-D767-A04B-84D8-67046D8EC0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9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1EB0-B85F-214E-BBEA-AA40886D0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01B70-F4AB-104F-AC63-3D96A7253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3EABD-23F4-0747-9153-4E13BAA2B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D5A65-6FA8-2140-AEF8-F0043B51BEFD}" type="datetime1">
              <a:rPr lang="en-CA" smtClean="0"/>
              <a:t>2026-07-20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7E981-A106-0449-8EA2-B99FD6498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037B3-4C8B-BE4B-97E3-91E03FEC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34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9C2B9-0DAD-714D-A29C-DF69B8BC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1851E-907C-3B41-A06C-7C32FAA29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726F6-1921-B64B-899F-AB60D572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1CC93-3697-8D48-BDEA-1F3CF20B5B07}" type="datetime1">
              <a:rPr lang="en-CA" smtClean="0"/>
              <a:t>2026-07-20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B1069-09D9-6041-98F0-D557A35EA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99E96-C211-1740-9A1B-6DD9E1833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27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80570-7D2F-BE49-9F9B-547D99C69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70A7B-45D9-D344-AC63-0DD29F543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77454-B460-8D48-8043-706B52F8D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481F-C136-B24D-8E8D-D1CBB612ECD8}" type="datetime1">
              <a:rPr lang="en-CA" smtClean="0"/>
              <a:t>2026-07-20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68686-14A2-4C43-91F2-62EAD2FF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B54C5-34E3-0046-BAB9-5899CA39F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72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868A2-53EA-1842-80B5-44CDC040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0D3B0-216C-F449-A882-E721FC933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2AF1D-C44F-EB43-82CB-4E348B896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3FD7D-35FB-A741-9F49-0B2BAFFC3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B5B4-6696-7A44-8ECB-1083A2530666}" type="datetime1">
              <a:rPr lang="en-CA" smtClean="0"/>
              <a:t>2026-07-20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650C1-5764-B247-83E1-7EF60EC0E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2A3EE-9089-E54B-A3EB-6058332D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2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BF95C-2155-E041-A39C-471890396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FEDE6-1FD8-974A-B507-F095BAE76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97681-7FC3-184C-80DC-A3C23AB51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9B73B0-5C09-E242-9CA0-3A0E0687E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9CF4E-02EC-C54E-9C9C-70D3E18B9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1EC13A-D35F-4B40-B9D9-052D1DCD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11EA-2F92-3D49-B8CB-A14BCA938DC6}" type="datetime1">
              <a:rPr lang="en-CA" smtClean="0"/>
              <a:t>2026-07-20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0A387-BDD8-C846-A599-FB9A629DA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F4B9A-F530-7D49-9ECC-76E9F7999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5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FE346-4DCD-B54D-8F71-5E1EFDA85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BC0DBE-8184-FD44-8843-047EBD811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A797F-E294-6843-86CC-BDEB2749A06A}" type="datetime1">
              <a:rPr lang="en-CA" smtClean="0"/>
              <a:t>2026-07-20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54615-9343-D04E-B0F7-0B0E31B10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16ECA-7E80-B148-9265-357F7FCC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9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5EC773-DAD9-7F45-9D20-649D0CBC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3E37-777F-7543-9A81-4F3F097C7C9F}" type="datetime1">
              <a:rPr lang="en-CA" smtClean="0"/>
              <a:t>2026-07-20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B25654-153A-7C47-A6A8-2F6EAACA0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C6BF7-5DBA-8040-B0B9-202A5CD1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94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C40D-ED62-024D-840E-C793C1959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7BAB8-EDAF-7646-B35A-B612A320A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07C8F-63E8-8146-80B6-6A016700D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76635-558A-E54D-8C97-92CBF3918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A878-4A25-C947-8C5F-29BC9B45B0F9}" type="datetime1">
              <a:rPr lang="en-CA" smtClean="0"/>
              <a:t>2026-07-20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95431-DB59-E645-9F74-790E4CDF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95283-6A32-2D4B-8790-CE69DBD18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4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9C579-3001-5743-84DF-58774554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1066B3-9DAC-0043-A8AD-D71C2C179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AD2D0-38D4-8540-B165-912C452B0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C2067-82F9-7E4D-96FE-F467ED1F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E3C6-34F9-0A4B-8F37-22002078A4D7}" type="datetime1">
              <a:rPr lang="en-CA" smtClean="0"/>
              <a:t>2026-07-20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9A653-5397-604A-ADEC-9EEC4413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88BF4-5EA6-8949-A866-4DF5D9BB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2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67BE-ED62-3742-8D2C-9B188BD1A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552B0-8C7F-B846-A2D7-3417BCF3B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0B88F-76CD-7744-BD5C-E004D1794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33B90-B2CE-6541-9742-F010A895A027}" type="datetime1">
              <a:rPr lang="en-CA" smtClean="0"/>
              <a:t>2026-07-20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AC3CF-2DFC-084A-B8DB-01667E46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736EE-2CAC-5544-8AEB-7F2861AB4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30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9F770-F3CB-5D49-B9F1-03507E791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42F2D-51C4-1C43-A86C-5D1EFCCAE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F9CBB-44C6-EA43-A477-6F380CCF6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6ACA-1BFE-0647-8620-6A886CD4068C}" type="datetime1">
              <a:rPr lang="en-CA" smtClean="0"/>
              <a:t>2026-07-20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38D55-817A-3A4F-9879-D0B49351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D6ECE-11A0-0E47-929F-CBF7EFAA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6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C91F5-C3AB-FF42-97BF-CFC02E33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87DF2-86AC-2342-B60D-19924657D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F36DB-7B9A-8147-88C7-767C11EA2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C1E69-0748-E242-8799-5CC00B345A76}" type="datetime1">
              <a:rPr lang="en-CA" smtClean="0"/>
              <a:t>2026-07-20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6083-5BFC-3846-8572-AFF99E79E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DB0C9-FEBD-8541-B022-ECF0778E7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CB386-7125-DC4F-9300-510185DC5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2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79E0D-E053-2444-A769-A0F98DD7D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34475"/>
            <a:ext cx="12192000" cy="2387600"/>
          </a:xfrm>
        </p:spPr>
        <p:txBody>
          <a:bodyPr anchor="ctr">
            <a:normAutofit/>
          </a:bodyPr>
          <a:lstStyle/>
          <a:p>
            <a:r>
              <a:rPr lang="en-CA" sz="4800" b="1" dirty="0"/>
              <a:t>Multipath Traffic Engineering </a:t>
            </a:r>
            <a:br>
              <a:rPr lang="en-CA" sz="4800" b="1" dirty="0"/>
            </a:br>
            <a:r>
              <a:rPr lang="en-CA" sz="4800" b="1" dirty="0"/>
              <a:t>for Segment Routing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3BED0-9E8D-D245-BFB1-5A14FC050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705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draft-stone-spring-</a:t>
            </a:r>
            <a:r>
              <a:rPr lang="en-US" dirty="0" err="1"/>
              <a:t>mpte</a:t>
            </a:r>
            <a:r>
              <a:rPr lang="en-US" dirty="0"/>
              <a:t>-</a:t>
            </a:r>
            <a:r>
              <a:rPr lang="en-US" dirty="0" err="1"/>
              <a:t>sr</a:t>
            </a:r>
            <a:endParaRPr lang="en-US" dirty="0"/>
          </a:p>
          <a:p>
            <a:r>
              <a:rPr lang="en-US" dirty="0"/>
              <a:t>IETF 126 – Vienna</a:t>
            </a:r>
          </a:p>
          <a:p>
            <a:r>
              <a:rPr lang="en-US" dirty="0"/>
              <a:t>TEAS WG Session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12D715C-4ACC-1948-821B-9DA38B3DB0BA}"/>
              </a:ext>
            </a:extLst>
          </p:cNvPr>
          <p:cNvSpPr txBox="1">
            <a:spLocks/>
          </p:cNvSpPr>
          <p:nvPr/>
        </p:nvSpPr>
        <p:spPr>
          <a:xfrm>
            <a:off x="0" y="4681167"/>
            <a:ext cx="12192000" cy="2016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i="1" dirty="0"/>
              <a:t>Andrew Stone (</a:t>
            </a:r>
            <a:r>
              <a:rPr lang="en-US" sz="1200" i="1" dirty="0" err="1"/>
              <a:t>andrew.stone@nokia.com</a:t>
            </a:r>
            <a:r>
              <a:rPr lang="en-US" sz="1200" i="1" dirty="0"/>
              <a:t>) – Presenter</a:t>
            </a:r>
          </a:p>
          <a:p>
            <a:r>
              <a:rPr lang="en-US" sz="1200" i="1" dirty="0"/>
              <a:t>Vishnu Pavan Beeram – (</a:t>
            </a:r>
            <a:r>
              <a:rPr lang="en-US" sz="1200" i="1" dirty="0" err="1"/>
              <a:t>vishnupavan.ietf@gmail.com</a:t>
            </a:r>
            <a:r>
              <a:rPr lang="en-US" sz="1200" i="1" dirty="0"/>
              <a:t>)</a:t>
            </a:r>
          </a:p>
          <a:p>
            <a:r>
              <a:rPr lang="en-US" sz="1200" i="1" dirty="0"/>
              <a:t>Nick </a:t>
            </a:r>
            <a:r>
              <a:rPr lang="en-US" sz="1200" i="1" dirty="0" err="1"/>
              <a:t>Buraglio</a:t>
            </a:r>
            <a:r>
              <a:rPr lang="en-US" sz="1200" i="1" dirty="0"/>
              <a:t> - (</a:t>
            </a:r>
            <a:r>
              <a:rPr lang="en-US" sz="1200" i="1" dirty="0" err="1"/>
              <a:t>buraglio@forwardingplane.net</a:t>
            </a:r>
            <a:r>
              <a:rPr lang="en-US" sz="1200" i="1" dirty="0"/>
              <a:t>)</a:t>
            </a:r>
          </a:p>
          <a:p>
            <a:r>
              <a:rPr lang="en-US" sz="1200" i="1" dirty="0" err="1"/>
              <a:t>Shaofu</a:t>
            </a:r>
            <a:r>
              <a:rPr lang="en-US" sz="1200" i="1" dirty="0"/>
              <a:t> Peng - (</a:t>
            </a:r>
            <a:r>
              <a:rPr lang="en-US" sz="1200" i="1" dirty="0" err="1"/>
              <a:t>peng.shaofu@zte.com.cn</a:t>
            </a:r>
            <a:r>
              <a:rPr lang="en-US" sz="1200" i="1" dirty="0"/>
              <a:t>)</a:t>
            </a:r>
          </a:p>
          <a:p>
            <a:r>
              <a:rPr lang="en-US" sz="1200" i="1" dirty="0"/>
              <a:t>Zafar Ali – (</a:t>
            </a:r>
            <a:r>
              <a:rPr lang="en-US" sz="1200" i="1" dirty="0" err="1"/>
              <a:t>zali.cisco.com</a:t>
            </a:r>
            <a:r>
              <a:rPr lang="en-US" sz="1200" i="1" dirty="0"/>
              <a:t>)</a:t>
            </a:r>
          </a:p>
          <a:p>
            <a:r>
              <a:rPr lang="en-US" sz="1200" i="1" dirty="0"/>
              <a:t>Siva Sivabalan – (</a:t>
            </a:r>
            <a:r>
              <a:rPr lang="en-US" sz="1200" i="1" dirty="0" err="1"/>
              <a:t>ssivabal@ciena.com</a:t>
            </a:r>
            <a:r>
              <a:rPr lang="en-US" sz="1200" i="1" dirty="0"/>
              <a:t>)</a:t>
            </a:r>
          </a:p>
          <a:p>
            <a:r>
              <a:rPr lang="en-US" sz="1200" i="1" dirty="0"/>
              <a:t>Jie Dong – (</a:t>
            </a:r>
            <a:r>
              <a:rPr lang="en-US" sz="1200" i="1" dirty="0" err="1"/>
              <a:t>jie.dong@huawei.com</a:t>
            </a:r>
            <a:r>
              <a:rPr lang="en-US" sz="1200" i="1"/>
              <a:t>)</a:t>
            </a:r>
            <a:endParaRPr lang="en-US" sz="1200" i="1" dirty="0"/>
          </a:p>
          <a:p>
            <a:endParaRPr lang="en-US" sz="1200" i="1" dirty="0"/>
          </a:p>
          <a:p>
            <a:endParaRPr lang="en-US" sz="1200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8F784-DD0B-77DA-D7EB-E1ABF346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808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C314F-9614-9FA1-BBA3-FCC13BE71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28025-8DE7-F706-7D91-0800D702D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86" y="-4611"/>
            <a:ext cx="10515600" cy="1325563"/>
          </a:xfrm>
        </p:spPr>
        <p:txBody>
          <a:bodyPr/>
          <a:lstStyle/>
          <a:p>
            <a:r>
              <a:rPr lang="en-US" dirty="0"/>
              <a:t>draft-stone-spring-</a:t>
            </a:r>
            <a:r>
              <a:rPr lang="en-US" dirty="0" err="1"/>
              <a:t>mpte</a:t>
            </a:r>
            <a:r>
              <a:rPr lang="en-US" dirty="0"/>
              <a:t>-</a:t>
            </a:r>
            <a:r>
              <a:rPr lang="en-US" dirty="0" err="1"/>
              <a:t>sr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BDB291-0349-C6F6-F105-8BA335CB85F4}"/>
              </a:ext>
            </a:extLst>
          </p:cNvPr>
          <p:cNvSpPr txBox="1"/>
          <p:nvPr/>
        </p:nvSpPr>
        <p:spPr>
          <a:xfrm>
            <a:off x="433785" y="1333064"/>
            <a:ext cx="7965994" cy="337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How to achieve MPTE (draft-</a:t>
            </a:r>
            <a:r>
              <a:rPr lang="en-US" dirty="0" err="1"/>
              <a:t>kompella</a:t>
            </a:r>
            <a:r>
              <a:rPr lang="en-US" dirty="0"/>
              <a:t>-teas-</a:t>
            </a:r>
            <a:r>
              <a:rPr lang="en-US" dirty="0" err="1"/>
              <a:t>mpte</a:t>
            </a:r>
            <a:r>
              <a:rPr lang="en-US" dirty="0"/>
              <a:t>) with SR and a controller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ECMP + Non-ECMP Slack + TE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Controller/PCE to compute, PCEP/BGP/Netconf to signal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Junction </a:t>
            </a:r>
            <a:r>
              <a:rPr lang="en-US" i="1" dirty="0"/>
              <a:t>Segments</a:t>
            </a:r>
            <a:r>
              <a:rPr lang="en-US" dirty="0"/>
              <a:t> deployed throughout DAG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Incoming SID (Binding SID)</a:t>
            </a:r>
            <a:endParaRPr lang="en-US" dirty="0">
              <a:ea typeface="Calibri"/>
              <a:cs typeface="Calibri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Outgoing SID list(s)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SR Path to Junction + Junction SID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Weight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7EFF5-48E1-0972-98C2-21BB9459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2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282251-2F43-6F1D-CFA0-57FAA02C0D1D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H="1">
            <a:off x="8557136" y="4073878"/>
            <a:ext cx="5431" cy="5340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ube 10">
            <a:extLst>
              <a:ext uri="{FF2B5EF4-FFF2-40B4-BE49-F238E27FC236}">
                <a16:creationId xmlns:a16="http://schemas.microsoft.com/office/drawing/2014/main" id="{D148E861-3FF7-A9C6-7466-92B757585FBB}"/>
              </a:ext>
            </a:extLst>
          </p:cNvPr>
          <p:cNvSpPr/>
          <p:nvPr/>
        </p:nvSpPr>
        <p:spPr>
          <a:xfrm>
            <a:off x="8297436" y="2938525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A771307A-BC10-10B5-0E2B-1FA19737D81A}"/>
              </a:ext>
            </a:extLst>
          </p:cNvPr>
          <p:cNvSpPr/>
          <p:nvPr/>
        </p:nvSpPr>
        <p:spPr>
          <a:xfrm>
            <a:off x="8301613" y="3702576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BBC69F81-2027-5487-8381-FDE056B6281B}"/>
              </a:ext>
            </a:extLst>
          </p:cNvPr>
          <p:cNvSpPr/>
          <p:nvPr/>
        </p:nvSpPr>
        <p:spPr>
          <a:xfrm>
            <a:off x="7140561" y="3709151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BDB5BDEC-D7BF-1539-34F4-8529582304FB}"/>
              </a:ext>
            </a:extLst>
          </p:cNvPr>
          <p:cNvSpPr/>
          <p:nvPr/>
        </p:nvSpPr>
        <p:spPr>
          <a:xfrm>
            <a:off x="8296182" y="4515065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2ACE8F4C-4179-79A3-D496-A791EF662C67}"/>
              </a:ext>
            </a:extLst>
          </p:cNvPr>
          <p:cNvSpPr/>
          <p:nvPr/>
        </p:nvSpPr>
        <p:spPr>
          <a:xfrm>
            <a:off x="9686609" y="4515065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4097E097-16B2-A89E-3D44-03188858EAF3}"/>
              </a:ext>
            </a:extLst>
          </p:cNvPr>
          <p:cNvSpPr/>
          <p:nvPr/>
        </p:nvSpPr>
        <p:spPr>
          <a:xfrm>
            <a:off x="9689480" y="2933736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A5742ED5-CB2E-2DF5-4335-F5BD20E7E653}"/>
              </a:ext>
            </a:extLst>
          </p:cNvPr>
          <p:cNvSpPr/>
          <p:nvPr/>
        </p:nvSpPr>
        <p:spPr>
          <a:xfrm>
            <a:off x="9689480" y="3699200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91F36673-31E5-E471-3FB4-D6E0F64C82B9}"/>
              </a:ext>
            </a:extLst>
          </p:cNvPr>
          <p:cNvSpPr/>
          <p:nvPr/>
        </p:nvSpPr>
        <p:spPr>
          <a:xfrm>
            <a:off x="10739066" y="3693843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C96EBE99-A078-13E9-D9C6-7D3C63D2BC77}"/>
              </a:ext>
            </a:extLst>
          </p:cNvPr>
          <p:cNvSpPr/>
          <p:nvPr/>
        </p:nvSpPr>
        <p:spPr>
          <a:xfrm rot="16200000">
            <a:off x="9229494" y="3470107"/>
            <a:ext cx="148576" cy="70081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A8961866-883F-0124-DB22-BB0C909A2BB4}"/>
              </a:ext>
            </a:extLst>
          </p:cNvPr>
          <p:cNvSpPr/>
          <p:nvPr/>
        </p:nvSpPr>
        <p:spPr>
          <a:xfrm rot="16200000">
            <a:off x="10464998" y="3620733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B618646E-DA9B-BC86-B48B-D404019696E9}"/>
              </a:ext>
            </a:extLst>
          </p:cNvPr>
          <p:cNvSpPr/>
          <p:nvPr/>
        </p:nvSpPr>
        <p:spPr>
          <a:xfrm rot="16200000">
            <a:off x="7954063" y="3619224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ECBB286B-C269-3719-F6FE-2045FDCA41E3}"/>
              </a:ext>
            </a:extLst>
          </p:cNvPr>
          <p:cNvSpPr/>
          <p:nvPr/>
        </p:nvSpPr>
        <p:spPr>
          <a:xfrm rot="13918818">
            <a:off x="7815544" y="2939102"/>
            <a:ext cx="188338" cy="77985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EB408846-24A4-A211-5C29-F5BB4F06176D}"/>
              </a:ext>
            </a:extLst>
          </p:cNvPr>
          <p:cNvSpPr/>
          <p:nvPr/>
        </p:nvSpPr>
        <p:spPr>
          <a:xfrm rot="16200000">
            <a:off x="9243751" y="2710179"/>
            <a:ext cx="148576" cy="672307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E170E3EB-FCEA-122A-C281-162D554B8FCD}"/>
              </a:ext>
            </a:extLst>
          </p:cNvPr>
          <p:cNvSpPr/>
          <p:nvPr/>
        </p:nvSpPr>
        <p:spPr>
          <a:xfrm rot="18067765">
            <a:off x="10560082" y="3056948"/>
            <a:ext cx="173572" cy="613320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5FAE46DC-CA73-F5AF-FCF3-3F9CBA81127D}"/>
              </a:ext>
            </a:extLst>
          </p:cNvPr>
          <p:cNvSpPr/>
          <p:nvPr/>
        </p:nvSpPr>
        <p:spPr>
          <a:xfrm rot="16200000">
            <a:off x="9258002" y="4318414"/>
            <a:ext cx="148576" cy="70081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44268E82-5527-84B3-4B8F-FCFE812E27A3}"/>
              </a:ext>
            </a:extLst>
          </p:cNvPr>
          <p:cNvSpPr/>
          <p:nvPr/>
        </p:nvSpPr>
        <p:spPr>
          <a:xfrm rot="13879550">
            <a:off x="10429447" y="4118542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A6366A07-0252-B264-F107-F3C31599C4F4}"/>
              </a:ext>
            </a:extLst>
          </p:cNvPr>
          <p:cNvSpPr/>
          <p:nvPr/>
        </p:nvSpPr>
        <p:spPr>
          <a:xfrm rot="18336866">
            <a:off x="7863959" y="4007177"/>
            <a:ext cx="200951" cy="742008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6FEF2C65-B1D2-8B5A-C978-30D899DAAE9E}"/>
              </a:ext>
            </a:extLst>
          </p:cNvPr>
          <p:cNvSpPr/>
          <p:nvPr/>
        </p:nvSpPr>
        <p:spPr>
          <a:xfrm>
            <a:off x="8401032" y="4098795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DB9A6D82-65EB-1425-3B89-881C5A2216A7}"/>
              </a:ext>
            </a:extLst>
          </p:cNvPr>
          <p:cNvSpPr/>
          <p:nvPr/>
        </p:nvSpPr>
        <p:spPr>
          <a:xfrm rot="18102048">
            <a:off x="9234450" y="3849199"/>
            <a:ext cx="125824" cy="827766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890A8A75-8737-3136-CE04-6BD7DD127EF2}"/>
              </a:ext>
            </a:extLst>
          </p:cNvPr>
          <p:cNvSpPr/>
          <p:nvPr/>
        </p:nvSpPr>
        <p:spPr>
          <a:xfrm rot="10800000">
            <a:off x="8409814" y="3304422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0830B17F-6DBD-F2E2-C290-FF842A419A7A}"/>
              </a:ext>
            </a:extLst>
          </p:cNvPr>
          <p:cNvSpPr/>
          <p:nvPr/>
        </p:nvSpPr>
        <p:spPr>
          <a:xfrm>
            <a:off x="8401032" y="1615402"/>
            <a:ext cx="1892748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Controller/PCE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C5CAD5-50A5-DB9F-7199-8862E032DA62}"/>
              </a:ext>
            </a:extLst>
          </p:cNvPr>
          <p:cNvCxnSpPr/>
          <p:nvPr/>
        </p:nvCxnSpPr>
        <p:spPr>
          <a:xfrm>
            <a:off x="9297362" y="2063068"/>
            <a:ext cx="0" cy="8706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7E07766-698B-120D-2073-8F17F1EE5625}"/>
              </a:ext>
            </a:extLst>
          </p:cNvPr>
          <p:cNvSpPr txBox="1"/>
          <p:nvPr/>
        </p:nvSpPr>
        <p:spPr>
          <a:xfrm>
            <a:off x="9211932" y="2332221"/>
            <a:ext cx="12611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PCEP/BGP/Netconf</a:t>
            </a:r>
          </a:p>
        </p:txBody>
      </p:sp>
    </p:spTree>
    <p:extLst>
      <p:ext uri="{BB962C8B-B14F-4D97-AF65-F5344CB8AC3E}">
        <p14:creationId xmlns:p14="http://schemas.microsoft.com/office/powerpoint/2010/main" val="972341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12911-C69C-F6DB-83B1-7CE2AE6C3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96D0-7EA7-280F-DD47-044190952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86" y="258628"/>
            <a:ext cx="10515600" cy="1325563"/>
          </a:xfrm>
        </p:spPr>
        <p:txBody>
          <a:bodyPr/>
          <a:lstStyle/>
          <a:p>
            <a:r>
              <a:rPr lang="en-US" dirty="0"/>
              <a:t>Junction Segment</a:t>
            </a:r>
            <a:br>
              <a:rPr lang="en-US" dirty="0"/>
            </a:b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D0282-514B-3850-45CB-12B880666F03}"/>
              </a:ext>
            </a:extLst>
          </p:cNvPr>
          <p:cNvSpPr txBox="1"/>
          <p:nvPr/>
        </p:nvSpPr>
        <p:spPr>
          <a:xfrm>
            <a:off x="7800622" y="1900450"/>
            <a:ext cx="3270668" cy="33733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Junction Segment C – SR Policy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Headend: C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Endpoint: 0.0.0.0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Color: &lt;MID+VERSION&gt;</a:t>
            </a:r>
          </a:p>
          <a:p>
            <a:pPr>
              <a:lnSpc>
                <a:spcPct val="150000"/>
              </a:lnSpc>
            </a:pPr>
            <a:r>
              <a:rPr lang="en-US" dirty="0"/>
              <a:t>    Binding SID = 101</a:t>
            </a:r>
          </a:p>
          <a:p>
            <a:pPr>
              <a:lnSpc>
                <a:spcPct val="150000"/>
              </a:lnSpc>
            </a:pPr>
            <a:r>
              <a:rPr lang="en-US" dirty="0"/>
              <a:t>    SID List: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[5100, 101], 0.4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[5101, 102], 0.6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FB53B-2DA7-2AC2-4BD6-705D406C50DF}"/>
              </a:ext>
            </a:extLst>
          </p:cNvPr>
          <p:cNvSpPr txBox="1"/>
          <p:nvPr/>
        </p:nvSpPr>
        <p:spPr>
          <a:xfrm>
            <a:off x="350658" y="1584191"/>
            <a:ext cx="7571867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u="sng" dirty="0"/>
              <a:t>Realized</a:t>
            </a:r>
            <a:r>
              <a:rPr lang="en-US" dirty="0"/>
              <a:t> by SR Policy with a single candidate path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 SR Policy is unique by {Headend, Endpoint, Color}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Multiple endpoints -&gt; use 0.0.0.0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MID and version tracked by the controller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650E3-34A3-C3A0-03FE-E139D930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13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0D4B-E899-24A7-1B96-8175B347C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Cube 460">
            <a:extLst>
              <a:ext uri="{FF2B5EF4-FFF2-40B4-BE49-F238E27FC236}">
                <a16:creationId xmlns:a16="http://schemas.microsoft.com/office/drawing/2014/main" id="{ED2E442A-363A-C70B-655C-B4BB0327D1DA}"/>
              </a:ext>
            </a:extLst>
          </p:cNvPr>
          <p:cNvSpPr/>
          <p:nvPr/>
        </p:nvSpPr>
        <p:spPr>
          <a:xfrm>
            <a:off x="5322023" y="1851150"/>
            <a:ext cx="614734" cy="371302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62" name="Cube 461">
            <a:extLst>
              <a:ext uri="{FF2B5EF4-FFF2-40B4-BE49-F238E27FC236}">
                <a16:creationId xmlns:a16="http://schemas.microsoft.com/office/drawing/2014/main" id="{DEE2CC95-27DB-58DD-F0E5-1B586CDAD42E}"/>
              </a:ext>
            </a:extLst>
          </p:cNvPr>
          <p:cNvSpPr/>
          <p:nvPr/>
        </p:nvSpPr>
        <p:spPr>
          <a:xfrm>
            <a:off x="5326200" y="2615201"/>
            <a:ext cx="614734" cy="371302"/>
          </a:xfrm>
          <a:prstGeom prst="cub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63" name="Cube 462">
            <a:extLst>
              <a:ext uri="{FF2B5EF4-FFF2-40B4-BE49-F238E27FC236}">
                <a16:creationId xmlns:a16="http://schemas.microsoft.com/office/drawing/2014/main" id="{4DE4A65A-06B6-1280-1627-631D383C5F04}"/>
              </a:ext>
            </a:extLst>
          </p:cNvPr>
          <p:cNvSpPr/>
          <p:nvPr/>
        </p:nvSpPr>
        <p:spPr>
          <a:xfrm>
            <a:off x="4165148" y="2621776"/>
            <a:ext cx="614734" cy="371302"/>
          </a:xfrm>
          <a:prstGeom prst="cub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66" name="Cube 465">
            <a:extLst>
              <a:ext uri="{FF2B5EF4-FFF2-40B4-BE49-F238E27FC236}">
                <a16:creationId xmlns:a16="http://schemas.microsoft.com/office/drawing/2014/main" id="{AD715998-9C67-28A9-5C56-A41FB4E7F3BF}"/>
              </a:ext>
            </a:extLst>
          </p:cNvPr>
          <p:cNvSpPr/>
          <p:nvPr/>
        </p:nvSpPr>
        <p:spPr>
          <a:xfrm>
            <a:off x="6714067" y="1846361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7" name="Cube 466">
            <a:extLst>
              <a:ext uri="{FF2B5EF4-FFF2-40B4-BE49-F238E27FC236}">
                <a16:creationId xmlns:a16="http://schemas.microsoft.com/office/drawing/2014/main" id="{DC7F4E90-EAAF-E20C-B3A3-878FCD2231FE}"/>
              </a:ext>
            </a:extLst>
          </p:cNvPr>
          <p:cNvSpPr/>
          <p:nvPr/>
        </p:nvSpPr>
        <p:spPr>
          <a:xfrm>
            <a:off x="6714067" y="2611825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68" name="Cube 467">
            <a:extLst>
              <a:ext uri="{FF2B5EF4-FFF2-40B4-BE49-F238E27FC236}">
                <a16:creationId xmlns:a16="http://schemas.microsoft.com/office/drawing/2014/main" id="{6F6A9CDD-ACAB-2EF9-8B78-28544C350E95}"/>
              </a:ext>
            </a:extLst>
          </p:cNvPr>
          <p:cNvSpPr/>
          <p:nvPr/>
        </p:nvSpPr>
        <p:spPr>
          <a:xfrm>
            <a:off x="7763653" y="2606468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70" name="Down Arrow 469">
            <a:extLst>
              <a:ext uri="{FF2B5EF4-FFF2-40B4-BE49-F238E27FC236}">
                <a16:creationId xmlns:a16="http://schemas.microsoft.com/office/drawing/2014/main" id="{43A0C6BD-6C34-4748-C629-ACCB70784858}"/>
              </a:ext>
            </a:extLst>
          </p:cNvPr>
          <p:cNvSpPr/>
          <p:nvPr/>
        </p:nvSpPr>
        <p:spPr>
          <a:xfrm rot="16200000">
            <a:off x="6254081" y="2382732"/>
            <a:ext cx="148576" cy="70081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Down Arrow 470">
            <a:extLst>
              <a:ext uri="{FF2B5EF4-FFF2-40B4-BE49-F238E27FC236}">
                <a16:creationId xmlns:a16="http://schemas.microsoft.com/office/drawing/2014/main" id="{9C78DC84-0722-C0DF-A9D1-E3A7672A8E9C}"/>
              </a:ext>
            </a:extLst>
          </p:cNvPr>
          <p:cNvSpPr/>
          <p:nvPr/>
        </p:nvSpPr>
        <p:spPr>
          <a:xfrm rot="16200000">
            <a:off x="7489585" y="2533358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Down Arrow 483">
            <a:extLst>
              <a:ext uri="{FF2B5EF4-FFF2-40B4-BE49-F238E27FC236}">
                <a16:creationId xmlns:a16="http://schemas.microsoft.com/office/drawing/2014/main" id="{73B208EB-6353-E689-791C-B7C9CBB61CD3}"/>
              </a:ext>
            </a:extLst>
          </p:cNvPr>
          <p:cNvSpPr/>
          <p:nvPr/>
        </p:nvSpPr>
        <p:spPr>
          <a:xfrm rot="16200000">
            <a:off x="4978650" y="2531849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Down Arrow 484">
            <a:extLst>
              <a:ext uri="{FF2B5EF4-FFF2-40B4-BE49-F238E27FC236}">
                <a16:creationId xmlns:a16="http://schemas.microsoft.com/office/drawing/2014/main" id="{94101A28-B9AE-413E-C6A7-0F22125BAD7D}"/>
              </a:ext>
            </a:extLst>
          </p:cNvPr>
          <p:cNvSpPr/>
          <p:nvPr/>
        </p:nvSpPr>
        <p:spPr>
          <a:xfrm rot="13918818">
            <a:off x="4840131" y="1851727"/>
            <a:ext cx="188338" cy="77985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Down Arrow 485">
            <a:extLst>
              <a:ext uri="{FF2B5EF4-FFF2-40B4-BE49-F238E27FC236}">
                <a16:creationId xmlns:a16="http://schemas.microsoft.com/office/drawing/2014/main" id="{39105960-2ADD-DF2C-B915-96E4C76D1E79}"/>
              </a:ext>
            </a:extLst>
          </p:cNvPr>
          <p:cNvSpPr/>
          <p:nvPr/>
        </p:nvSpPr>
        <p:spPr>
          <a:xfrm rot="16200000">
            <a:off x="6268338" y="1622804"/>
            <a:ext cx="148576" cy="672307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" name="Down Arrow 486">
            <a:extLst>
              <a:ext uri="{FF2B5EF4-FFF2-40B4-BE49-F238E27FC236}">
                <a16:creationId xmlns:a16="http://schemas.microsoft.com/office/drawing/2014/main" id="{2A6D8CCD-A969-25C9-A969-344DAC3D468C}"/>
              </a:ext>
            </a:extLst>
          </p:cNvPr>
          <p:cNvSpPr/>
          <p:nvPr/>
        </p:nvSpPr>
        <p:spPr>
          <a:xfrm rot="18067765">
            <a:off x="7584669" y="1969573"/>
            <a:ext cx="173572" cy="613320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0" name="Down Arrow 519">
            <a:extLst>
              <a:ext uri="{FF2B5EF4-FFF2-40B4-BE49-F238E27FC236}">
                <a16:creationId xmlns:a16="http://schemas.microsoft.com/office/drawing/2014/main" id="{31D15A7E-66B3-B520-D544-7A9D80F3A72D}"/>
              </a:ext>
            </a:extLst>
          </p:cNvPr>
          <p:cNvSpPr/>
          <p:nvPr/>
        </p:nvSpPr>
        <p:spPr>
          <a:xfrm rot="10800000">
            <a:off x="5434401" y="2217047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A7FD8B-6606-F4D3-FDB4-B7632AC4817B}"/>
              </a:ext>
            </a:extLst>
          </p:cNvPr>
          <p:cNvSpPr txBox="1"/>
          <p:nvPr/>
        </p:nvSpPr>
        <p:spPr>
          <a:xfrm>
            <a:off x="8127052" y="3524586"/>
            <a:ext cx="3710296" cy="25423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Junction Segment C</a:t>
            </a:r>
          </a:p>
          <a:p>
            <a:pPr>
              <a:lnSpc>
                <a:spcPct val="150000"/>
              </a:lnSpc>
            </a:pPr>
            <a:r>
              <a:rPr lang="en-US" i="1" dirty="0"/>
              <a:t>Headend: C, Color: 100, Endpoint: null</a:t>
            </a:r>
          </a:p>
          <a:p>
            <a:pPr>
              <a:lnSpc>
                <a:spcPct val="150000"/>
              </a:lnSpc>
            </a:pPr>
            <a:r>
              <a:rPr lang="en-US" dirty="0"/>
              <a:t>Binding SID = </a:t>
            </a:r>
            <a:r>
              <a:rPr lang="en-US" b="1" u="sng" dirty="0"/>
              <a:t>101</a:t>
            </a:r>
          </a:p>
          <a:p>
            <a:pPr>
              <a:lnSpc>
                <a:spcPct val="150000"/>
              </a:lnSpc>
            </a:pPr>
            <a:r>
              <a:rPr lang="en-US" dirty="0"/>
              <a:t>    SID List: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[ADJ-5100, </a:t>
            </a:r>
            <a:r>
              <a:rPr lang="en-US" b="1" u="sng" dirty="0"/>
              <a:t>100</a:t>
            </a:r>
            <a:r>
              <a:rPr lang="en-US" dirty="0"/>
              <a:t>], 0.4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[ADJ-5103, ADJ-5504], 0.6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6354AD-1C04-4D57-E159-E1302CEA5A00}"/>
              </a:ext>
            </a:extLst>
          </p:cNvPr>
          <p:cNvSpPr txBox="1"/>
          <p:nvPr/>
        </p:nvSpPr>
        <p:spPr>
          <a:xfrm>
            <a:off x="5439884" y="2299677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4272D5-8F7F-2FFC-FBBB-C97C5AB3ECCF}"/>
              </a:ext>
            </a:extLst>
          </p:cNvPr>
          <p:cNvSpPr txBox="1"/>
          <p:nvPr/>
        </p:nvSpPr>
        <p:spPr>
          <a:xfrm>
            <a:off x="5930194" y="2751101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5103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504FA-344B-BEE5-3061-01821F73D7D0}"/>
              </a:ext>
            </a:extLst>
          </p:cNvPr>
          <p:cNvSpPr txBox="1"/>
          <p:nvPr/>
        </p:nvSpPr>
        <p:spPr>
          <a:xfrm>
            <a:off x="7256506" y="2751101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5504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0DBE9B-6316-0251-DB61-2317ADDBBD6C}"/>
              </a:ext>
            </a:extLst>
          </p:cNvPr>
          <p:cNvSpPr txBox="1"/>
          <p:nvPr/>
        </p:nvSpPr>
        <p:spPr>
          <a:xfrm>
            <a:off x="4492326" y="1964655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5002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E07E7B-0653-592A-53E6-50E48DA3FAEA}"/>
              </a:ext>
            </a:extLst>
          </p:cNvPr>
          <p:cNvSpPr txBox="1"/>
          <p:nvPr/>
        </p:nvSpPr>
        <p:spPr>
          <a:xfrm>
            <a:off x="4734936" y="2759556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5001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E50491-1CF7-7B2F-1F42-97A42AF881DB}"/>
              </a:ext>
            </a:extLst>
          </p:cNvPr>
          <p:cNvSpPr txBox="1"/>
          <p:nvPr/>
        </p:nvSpPr>
        <p:spPr>
          <a:xfrm>
            <a:off x="4193259" y="3717595"/>
            <a:ext cx="3710296" cy="2126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Junction Segment B</a:t>
            </a:r>
          </a:p>
          <a:p>
            <a:pPr>
              <a:lnSpc>
                <a:spcPct val="150000"/>
              </a:lnSpc>
            </a:pPr>
            <a:r>
              <a:rPr lang="en-US" i="1" dirty="0"/>
              <a:t>Headend: B, Color: 100, Endpoint: null</a:t>
            </a:r>
          </a:p>
          <a:p>
            <a:pPr>
              <a:lnSpc>
                <a:spcPct val="150000"/>
              </a:lnSpc>
            </a:pPr>
            <a:r>
              <a:rPr lang="en-US" dirty="0"/>
              <a:t>Binding SID = </a:t>
            </a:r>
            <a:r>
              <a:rPr lang="en-US" b="1" u="sng" dirty="0"/>
              <a:t>100</a:t>
            </a:r>
          </a:p>
          <a:p>
            <a:pPr>
              <a:lnSpc>
                <a:spcPct val="150000"/>
              </a:lnSpc>
            </a:pPr>
            <a:r>
              <a:rPr lang="en-US" dirty="0"/>
              <a:t>    SID List: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[</a:t>
            </a:r>
            <a:r>
              <a:rPr lang="en-US" dirty="0" err="1"/>
              <a:t>NodeSID</a:t>
            </a:r>
            <a:r>
              <a:rPr lang="en-US" dirty="0"/>
              <a:t>-H], 1.0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8917F1-DD98-0428-879A-1DCD74FF1E38}"/>
              </a:ext>
            </a:extLst>
          </p:cNvPr>
          <p:cNvSpPr txBox="1"/>
          <p:nvPr/>
        </p:nvSpPr>
        <p:spPr>
          <a:xfrm>
            <a:off x="332128" y="3717595"/>
            <a:ext cx="3637634" cy="212686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SR Policy (ingress)</a:t>
            </a:r>
          </a:p>
          <a:p>
            <a:pPr>
              <a:lnSpc>
                <a:spcPct val="150000"/>
              </a:lnSpc>
            </a:pPr>
            <a:r>
              <a:rPr lang="en-US" i="1" dirty="0"/>
              <a:t>Headend: A, Color: 50 Endpoint: H</a:t>
            </a:r>
          </a:p>
          <a:p>
            <a:pPr>
              <a:lnSpc>
                <a:spcPct val="150000"/>
              </a:lnSpc>
            </a:pPr>
            <a:r>
              <a:rPr lang="en-US" dirty="0"/>
              <a:t>SID List: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[ADJ-5002, </a:t>
            </a:r>
            <a:r>
              <a:rPr lang="en-US" b="1" u="sng" dirty="0"/>
              <a:t>100</a:t>
            </a:r>
            <a:r>
              <a:rPr lang="en-US" dirty="0"/>
              <a:t>], 0.5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[ADJ-5001, </a:t>
            </a:r>
            <a:r>
              <a:rPr lang="en-US" b="1" u="sng" dirty="0"/>
              <a:t>101</a:t>
            </a:r>
            <a:r>
              <a:rPr lang="en-US" dirty="0"/>
              <a:t>], 0.5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4E810-85B2-6588-1083-80A3ECCE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152080-622F-442E-A102-869E6FFC654E}"/>
              </a:ext>
            </a:extLst>
          </p:cNvPr>
          <p:cNvSpPr txBox="1">
            <a:spLocks/>
          </p:cNvSpPr>
          <p:nvPr/>
        </p:nvSpPr>
        <p:spPr>
          <a:xfrm>
            <a:off x="433786" y="-46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SR-MPLS Example</a:t>
            </a:r>
          </a:p>
        </p:txBody>
      </p:sp>
    </p:spTree>
    <p:extLst>
      <p:ext uri="{BB962C8B-B14F-4D97-AF65-F5344CB8AC3E}">
        <p14:creationId xmlns:p14="http://schemas.microsoft.com/office/powerpoint/2010/main" val="327014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C891F-C578-019D-AA8E-F6E34DAA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3EAB-4F9A-4A9E-0BDB-AF0389563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86" y="-4611"/>
            <a:ext cx="10515600" cy="1325563"/>
          </a:xfrm>
        </p:spPr>
        <p:txBody>
          <a:bodyPr/>
          <a:lstStyle/>
          <a:p>
            <a:r>
              <a:rPr lang="en-US" dirty="0"/>
              <a:t>Hierarchy</a:t>
            </a:r>
          </a:p>
        </p:txBody>
      </p: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F9DF097A-FBCD-5B5E-8AB0-247DBF4B8FAC}"/>
              </a:ext>
            </a:extLst>
          </p:cNvPr>
          <p:cNvCxnSpPr>
            <a:cxnSpLocks/>
            <a:stCxn id="462" idx="3"/>
            <a:endCxn id="464" idx="1"/>
          </p:cNvCxnSpPr>
          <p:nvPr/>
        </p:nvCxnSpPr>
        <p:spPr>
          <a:xfrm flipH="1">
            <a:off x="7811566" y="4471652"/>
            <a:ext cx="5431" cy="534013"/>
          </a:xfrm>
          <a:prstGeom prst="line">
            <a:avLst/>
          </a:prstGeom>
          <a:ln>
            <a:solidFill>
              <a:schemeClr val="accent1">
                <a:shade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1" name="Cube 460">
            <a:extLst>
              <a:ext uri="{FF2B5EF4-FFF2-40B4-BE49-F238E27FC236}">
                <a16:creationId xmlns:a16="http://schemas.microsoft.com/office/drawing/2014/main" id="{FBF91B5E-199C-B08D-8BE9-8F9A8DC87319}"/>
              </a:ext>
            </a:extLst>
          </p:cNvPr>
          <p:cNvSpPr/>
          <p:nvPr/>
        </p:nvSpPr>
        <p:spPr>
          <a:xfrm>
            <a:off x="7551866" y="3336299"/>
            <a:ext cx="614734" cy="371302"/>
          </a:xfrm>
          <a:prstGeom prst="cube">
            <a:avLst/>
          </a:prstGeom>
          <a:solidFill>
            <a:schemeClr val="bg2">
              <a:alpha val="909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62" name="Cube 461">
            <a:extLst>
              <a:ext uri="{FF2B5EF4-FFF2-40B4-BE49-F238E27FC236}">
                <a16:creationId xmlns:a16="http://schemas.microsoft.com/office/drawing/2014/main" id="{BE31B35D-A1A5-8294-32F5-D674DA4F533D}"/>
              </a:ext>
            </a:extLst>
          </p:cNvPr>
          <p:cNvSpPr/>
          <p:nvPr/>
        </p:nvSpPr>
        <p:spPr>
          <a:xfrm>
            <a:off x="7556043" y="4100350"/>
            <a:ext cx="614734" cy="371302"/>
          </a:xfrm>
          <a:prstGeom prst="cube">
            <a:avLst/>
          </a:prstGeom>
          <a:solidFill>
            <a:schemeClr val="bg2">
              <a:alpha val="909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63" name="Cube 462">
            <a:extLst>
              <a:ext uri="{FF2B5EF4-FFF2-40B4-BE49-F238E27FC236}">
                <a16:creationId xmlns:a16="http://schemas.microsoft.com/office/drawing/2014/main" id="{D160D2E7-242B-7239-D383-E369A429D81C}"/>
              </a:ext>
            </a:extLst>
          </p:cNvPr>
          <p:cNvSpPr/>
          <p:nvPr/>
        </p:nvSpPr>
        <p:spPr>
          <a:xfrm>
            <a:off x="6394991" y="4106925"/>
            <a:ext cx="614734" cy="371302"/>
          </a:xfrm>
          <a:prstGeom prst="cube">
            <a:avLst/>
          </a:prstGeom>
          <a:solidFill>
            <a:schemeClr val="bg2">
              <a:alpha val="909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64" name="Cube 463">
            <a:extLst>
              <a:ext uri="{FF2B5EF4-FFF2-40B4-BE49-F238E27FC236}">
                <a16:creationId xmlns:a16="http://schemas.microsoft.com/office/drawing/2014/main" id="{2F2C278D-7EB3-8EF1-0338-BE658BEC6EC4}"/>
              </a:ext>
            </a:extLst>
          </p:cNvPr>
          <p:cNvSpPr/>
          <p:nvPr/>
        </p:nvSpPr>
        <p:spPr>
          <a:xfrm>
            <a:off x="7550612" y="4912839"/>
            <a:ext cx="614734" cy="371302"/>
          </a:xfrm>
          <a:prstGeom prst="cube">
            <a:avLst/>
          </a:prstGeom>
          <a:solidFill>
            <a:schemeClr val="bg2">
              <a:alpha val="909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65" name="Cube 464">
            <a:extLst>
              <a:ext uri="{FF2B5EF4-FFF2-40B4-BE49-F238E27FC236}">
                <a16:creationId xmlns:a16="http://schemas.microsoft.com/office/drawing/2014/main" id="{1E4C21A6-3FE7-0489-D7A5-DA87E771FE61}"/>
              </a:ext>
            </a:extLst>
          </p:cNvPr>
          <p:cNvSpPr/>
          <p:nvPr/>
        </p:nvSpPr>
        <p:spPr>
          <a:xfrm>
            <a:off x="8941039" y="4912839"/>
            <a:ext cx="614734" cy="371302"/>
          </a:xfrm>
          <a:prstGeom prst="cube">
            <a:avLst/>
          </a:prstGeom>
          <a:solidFill>
            <a:schemeClr val="bg2">
              <a:alpha val="909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466" name="Cube 465">
            <a:extLst>
              <a:ext uri="{FF2B5EF4-FFF2-40B4-BE49-F238E27FC236}">
                <a16:creationId xmlns:a16="http://schemas.microsoft.com/office/drawing/2014/main" id="{FC3F4BAC-B659-DE3A-61DB-A882F274C8E7}"/>
              </a:ext>
            </a:extLst>
          </p:cNvPr>
          <p:cNvSpPr/>
          <p:nvPr/>
        </p:nvSpPr>
        <p:spPr>
          <a:xfrm>
            <a:off x="8943910" y="3331510"/>
            <a:ext cx="614734" cy="371302"/>
          </a:xfrm>
          <a:prstGeom prst="cube">
            <a:avLst/>
          </a:prstGeom>
          <a:solidFill>
            <a:schemeClr val="bg2">
              <a:alpha val="909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67" name="Cube 466">
            <a:extLst>
              <a:ext uri="{FF2B5EF4-FFF2-40B4-BE49-F238E27FC236}">
                <a16:creationId xmlns:a16="http://schemas.microsoft.com/office/drawing/2014/main" id="{6454D09A-3DFC-282F-2519-0526217BC9F9}"/>
              </a:ext>
            </a:extLst>
          </p:cNvPr>
          <p:cNvSpPr/>
          <p:nvPr/>
        </p:nvSpPr>
        <p:spPr>
          <a:xfrm>
            <a:off x="8943910" y="4096974"/>
            <a:ext cx="614734" cy="371302"/>
          </a:xfrm>
          <a:prstGeom prst="cube">
            <a:avLst/>
          </a:prstGeom>
          <a:solidFill>
            <a:schemeClr val="bg2">
              <a:alpha val="909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68" name="Cube 467">
            <a:extLst>
              <a:ext uri="{FF2B5EF4-FFF2-40B4-BE49-F238E27FC236}">
                <a16:creationId xmlns:a16="http://schemas.microsoft.com/office/drawing/2014/main" id="{F70AD849-7FEB-0D9C-F7C8-7A4C13A2D6FB}"/>
              </a:ext>
            </a:extLst>
          </p:cNvPr>
          <p:cNvSpPr/>
          <p:nvPr/>
        </p:nvSpPr>
        <p:spPr>
          <a:xfrm>
            <a:off x="9993496" y="4091617"/>
            <a:ext cx="614734" cy="371302"/>
          </a:xfrm>
          <a:prstGeom prst="cube">
            <a:avLst/>
          </a:prstGeom>
          <a:solidFill>
            <a:schemeClr val="bg2">
              <a:alpha val="909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70" name="Down Arrow 469">
            <a:extLst>
              <a:ext uri="{FF2B5EF4-FFF2-40B4-BE49-F238E27FC236}">
                <a16:creationId xmlns:a16="http://schemas.microsoft.com/office/drawing/2014/main" id="{EB58C618-B0F2-B5DD-7557-42E0A8F2F046}"/>
              </a:ext>
            </a:extLst>
          </p:cNvPr>
          <p:cNvSpPr/>
          <p:nvPr/>
        </p:nvSpPr>
        <p:spPr>
          <a:xfrm rot="16200000">
            <a:off x="8483924" y="3867881"/>
            <a:ext cx="148576" cy="700814"/>
          </a:xfrm>
          <a:prstGeom prst="downArrow">
            <a:avLst/>
          </a:prstGeom>
          <a:solidFill>
            <a:schemeClr val="accent6">
              <a:lumMod val="75000"/>
              <a:alpha val="5960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Down Arrow 470">
            <a:extLst>
              <a:ext uri="{FF2B5EF4-FFF2-40B4-BE49-F238E27FC236}">
                <a16:creationId xmlns:a16="http://schemas.microsoft.com/office/drawing/2014/main" id="{C8BF0AFD-F938-D677-A501-CD26E0ABDC2E}"/>
              </a:ext>
            </a:extLst>
          </p:cNvPr>
          <p:cNvSpPr/>
          <p:nvPr/>
        </p:nvSpPr>
        <p:spPr>
          <a:xfrm rot="16200000">
            <a:off x="9719428" y="4018507"/>
            <a:ext cx="148576" cy="399561"/>
          </a:xfrm>
          <a:prstGeom prst="downArrow">
            <a:avLst/>
          </a:prstGeom>
          <a:solidFill>
            <a:schemeClr val="accent6">
              <a:lumMod val="75000"/>
              <a:alpha val="5960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Down Arrow 483">
            <a:extLst>
              <a:ext uri="{FF2B5EF4-FFF2-40B4-BE49-F238E27FC236}">
                <a16:creationId xmlns:a16="http://schemas.microsoft.com/office/drawing/2014/main" id="{24A83611-8AD6-DAF4-6802-1190D41F5BE0}"/>
              </a:ext>
            </a:extLst>
          </p:cNvPr>
          <p:cNvSpPr/>
          <p:nvPr/>
        </p:nvSpPr>
        <p:spPr>
          <a:xfrm rot="16200000">
            <a:off x="7208493" y="4016998"/>
            <a:ext cx="148576" cy="399561"/>
          </a:xfrm>
          <a:prstGeom prst="downArrow">
            <a:avLst/>
          </a:prstGeom>
          <a:solidFill>
            <a:schemeClr val="accent6">
              <a:lumMod val="75000"/>
              <a:alpha val="5960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Down Arrow 484">
            <a:extLst>
              <a:ext uri="{FF2B5EF4-FFF2-40B4-BE49-F238E27FC236}">
                <a16:creationId xmlns:a16="http://schemas.microsoft.com/office/drawing/2014/main" id="{A88BED37-B167-19D7-B2CB-E943C3976975}"/>
              </a:ext>
            </a:extLst>
          </p:cNvPr>
          <p:cNvSpPr/>
          <p:nvPr/>
        </p:nvSpPr>
        <p:spPr>
          <a:xfrm rot="13918818">
            <a:off x="7069974" y="3336876"/>
            <a:ext cx="188338" cy="779854"/>
          </a:xfrm>
          <a:prstGeom prst="downArrow">
            <a:avLst/>
          </a:prstGeom>
          <a:solidFill>
            <a:schemeClr val="accent6">
              <a:lumMod val="75000"/>
              <a:alpha val="5960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Down Arrow 485">
            <a:extLst>
              <a:ext uri="{FF2B5EF4-FFF2-40B4-BE49-F238E27FC236}">
                <a16:creationId xmlns:a16="http://schemas.microsoft.com/office/drawing/2014/main" id="{310D9A07-CBFE-164B-3E21-C41DFC8558BD}"/>
              </a:ext>
            </a:extLst>
          </p:cNvPr>
          <p:cNvSpPr/>
          <p:nvPr/>
        </p:nvSpPr>
        <p:spPr>
          <a:xfrm rot="16200000">
            <a:off x="8498181" y="3107953"/>
            <a:ext cx="148576" cy="672307"/>
          </a:xfrm>
          <a:prstGeom prst="downArrow">
            <a:avLst/>
          </a:prstGeom>
          <a:solidFill>
            <a:schemeClr val="accent6">
              <a:lumMod val="75000"/>
              <a:alpha val="5960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" name="Down Arrow 486">
            <a:extLst>
              <a:ext uri="{FF2B5EF4-FFF2-40B4-BE49-F238E27FC236}">
                <a16:creationId xmlns:a16="http://schemas.microsoft.com/office/drawing/2014/main" id="{D7179442-CD7A-9B75-0ABA-18E87A93DA63}"/>
              </a:ext>
            </a:extLst>
          </p:cNvPr>
          <p:cNvSpPr/>
          <p:nvPr/>
        </p:nvSpPr>
        <p:spPr>
          <a:xfrm rot="18067765">
            <a:off x="9814512" y="3454722"/>
            <a:ext cx="173572" cy="613320"/>
          </a:xfrm>
          <a:prstGeom prst="downArrow">
            <a:avLst/>
          </a:prstGeom>
          <a:solidFill>
            <a:schemeClr val="accent6">
              <a:lumMod val="75000"/>
              <a:alpha val="5960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Down Arrow 487">
            <a:extLst>
              <a:ext uri="{FF2B5EF4-FFF2-40B4-BE49-F238E27FC236}">
                <a16:creationId xmlns:a16="http://schemas.microsoft.com/office/drawing/2014/main" id="{BD3922D3-C3FD-37C1-90D1-0BEE57614A7B}"/>
              </a:ext>
            </a:extLst>
          </p:cNvPr>
          <p:cNvSpPr/>
          <p:nvPr/>
        </p:nvSpPr>
        <p:spPr>
          <a:xfrm rot="16200000">
            <a:off x="8512432" y="4716188"/>
            <a:ext cx="148576" cy="700814"/>
          </a:xfrm>
          <a:prstGeom prst="downArrow">
            <a:avLst/>
          </a:prstGeom>
          <a:solidFill>
            <a:schemeClr val="accent6">
              <a:lumMod val="75000"/>
              <a:alpha val="5960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9" name="Down Arrow 488">
            <a:extLst>
              <a:ext uri="{FF2B5EF4-FFF2-40B4-BE49-F238E27FC236}">
                <a16:creationId xmlns:a16="http://schemas.microsoft.com/office/drawing/2014/main" id="{EB93E326-A26A-D617-BD23-CABB5B014386}"/>
              </a:ext>
            </a:extLst>
          </p:cNvPr>
          <p:cNvSpPr/>
          <p:nvPr/>
        </p:nvSpPr>
        <p:spPr>
          <a:xfrm rot="13879550">
            <a:off x="9683877" y="4516316"/>
            <a:ext cx="148576" cy="399561"/>
          </a:xfrm>
          <a:prstGeom prst="downArrow">
            <a:avLst/>
          </a:prstGeom>
          <a:solidFill>
            <a:schemeClr val="accent6">
              <a:lumMod val="75000"/>
              <a:alpha val="5960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" name="Down Arrow 489">
            <a:extLst>
              <a:ext uri="{FF2B5EF4-FFF2-40B4-BE49-F238E27FC236}">
                <a16:creationId xmlns:a16="http://schemas.microsoft.com/office/drawing/2014/main" id="{3C670B75-EB5B-ECCE-C743-128DA4282E17}"/>
              </a:ext>
            </a:extLst>
          </p:cNvPr>
          <p:cNvSpPr/>
          <p:nvPr/>
        </p:nvSpPr>
        <p:spPr>
          <a:xfrm rot="18336866">
            <a:off x="7118389" y="4404951"/>
            <a:ext cx="200951" cy="742008"/>
          </a:xfrm>
          <a:prstGeom prst="downArrow">
            <a:avLst/>
          </a:prstGeom>
          <a:solidFill>
            <a:schemeClr val="accent6">
              <a:lumMod val="75000"/>
              <a:alpha val="5960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" name="Down Arrow 490">
            <a:extLst>
              <a:ext uri="{FF2B5EF4-FFF2-40B4-BE49-F238E27FC236}">
                <a16:creationId xmlns:a16="http://schemas.microsoft.com/office/drawing/2014/main" id="{33C28747-243E-4B6C-B0EC-553C0729E6B2}"/>
              </a:ext>
            </a:extLst>
          </p:cNvPr>
          <p:cNvSpPr/>
          <p:nvPr/>
        </p:nvSpPr>
        <p:spPr>
          <a:xfrm>
            <a:off x="7655462" y="4496569"/>
            <a:ext cx="148576" cy="399561"/>
          </a:xfrm>
          <a:prstGeom prst="downArrow">
            <a:avLst/>
          </a:prstGeom>
          <a:solidFill>
            <a:schemeClr val="accent6">
              <a:lumMod val="75000"/>
              <a:alpha val="909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Down Arrow 518">
            <a:extLst>
              <a:ext uri="{FF2B5EF4-FFF2-40B4-BE49-F238E27FC236}">
                <a16:creationId xmlns:a16="http://schemas.microsoft.com/office/drawing/2014/main" id="{E52C1959-C630-6465-D559-4921C724A566}"/>
              </a:ext>
            </a:extLst>
          </p:cNvPr>
          <p:cNvSpPr/>
          <p:nvPr/>
        </p:nvSpPr>
        <p:spPr>
          <a:xfrm rot="18102048">
            <a:off x="8488880" y="4246973"/>
            <a:ext cx="125824" cy="827766"/>
          </a:xfrm>
          <a:prstGeom prst="downArrow">
            <a:avLst/>
          </a:prstGeom>
          <a:solidFill>
            <a:schemeClr val="accent6">
              <a:lumMod val="75000"/>
              <a:alpha val="5960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0" name="Down Arrow 519">
            <a:extLst>
              <a:ext uri="{FF2B5EF4-FFF2-40B4-BE49-F238E27FC236}">
                <a16:creationId xmlns:a16="http://schemas.microsoft.com/office/drawing/2014/main" id="{52A8CF20-0E56-6165-2382-692033B0F9C9}"/>
              </a:ext>
            </a:extLst>
          </p:cNvPr>
          <p:cNvSpPr/>
          <p:nvPr/>
        </p:nvSpPr>
        <p:spPr>
          <a:xfrm rot="10800000">
            <a:off x="7664244" y="3702196"/>
            <a:ext cx="148576" cy="399561"/>
          </a:xfrm>
          <a:prstGeom prst="downArrow">
            <a:avLst/>
          </a:prstGeom>
          <a:solidFill>
            <a:schemeClr val="accent6">
              <a:lumMod val="75000"/>
              <a:alpha val="909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9D9E57-413C-9581-B8EB-066A5A04ED92}"/>
              </a:ext>
            </a:extLst>
          </p:cNvPr>
          <p:cNvSpPr txBox="1"/>
          <p:nvPr/>
        </p:nvSpPr>
        <p:spPr>
          <a:xfrm>
            <a:off x="433786" y="1333064"/>
            <a:ext cx="9396014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ingress SR Policy of the DAG can also have a binding SID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DAG can be re-used by multiple upstream SR Paths (could be a DAG itself too)</a:t>
            </a: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35096ABE-7985-93FA-3647-8211A60F61B0}"/>
              </a:ext>
            </a:extLst>
          </p:cNvPr>
          <p:cNvSpPr/>
          <p:nvPr/>
        </p:nvSpPr>
        <p:spPr>
          <a:xfrm>
            <a:off x="3797222" y="3412448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FFCA04B3-6E95-F51A-2C10-38507A0ED2C8}"/>
              </a:ext>
            </a:extLst>
          </p:cNvPr>
          <p:cNvSpPr/>
          <p:nvPr/>
        </p:nvSpPr>
        <p:spPr>
          <a:xfrm>
            <a:off x="3797222" y="4955233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5A23362E-3CC9-32B2-E2E3-BBB608AE6713}"/>
              </a:ext>
            </a:extLst>
          </p:cNvPr>
          <p:cNvSpPr/>
          <p:nvPr/>
        </p:nvSpPr>
        <p:spPr>
          <a:xfrm rot="17010569">
            <a:off x="5322465" y="2991054"/>
            <a:ext cx="206899" cy="1890827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6722705C-928A-13EB-6663-101C6EA86DE8}"/>
              </a:ext>
            </a:extLst>
          </p:cNvPr>
          <p:cNvSpPr/>
          <p:nvPr/>
        </p:nvSpPr>
        <p:spPr>
          <a:xfrm rot="14845192">
            <a:off x="5375114" y="3799122"/>
            <a:ext cx="206899" cy="1890827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F4075C-2E88-E01F-D034-248FDFF35092}"/>
              </a:ext>
            </a:extLst>
          </p:cNvPr>
          <p:cNvSpPr/>
          <p:nvPr/>
        </p:nvSpPr>
        <p:spPr>
          <a:xfrm>
            <a:off x="6694697" y="3085311"/>
            <a:ext cx="4041862" cy="24396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13F31-381F-6B87-DBA5-4CDE36F542C5}"/>
              </a:ext>
            </a:extLst>
          </p:cNvPr>
          <p:cNvSpPr txBox="1"/>
          <p:nvPr/>
        </p:nvSpPr>
        <p:spPr>
          <a:xfrm>
            <a:off x="6068619" y="5637683"/>
            <a:ext cx="2300490" cy="8803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Headend-A</a:t>
            </a:r>
          </a:p>
          <a:p>
            <a:pPr>
              <a:lnSpc>
                <a:spcPct val="150000"/>
              </a:lnSpc>
            </a:pPr>
            <a:r>
              <a:rPr lang="en-US" dirty="0"/>
              <a:t>   BSID-200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0DD024-DA5B-9DCC-269B-32D9539C57CF}"/>
              </a:ext>
            </a:extLst>
          </p:cNvPr>
          <p:cNvSpPr txBox="1"/>
          <p:nvPr/>
        </p:nvSpPr>
        <p:spPr>
          <a:xfrm>
            <a:off x="1291447" y="2721884"/>
            <a:ext cx="2300490" cy="12958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Headend-X</a:t>
            </a:r>
          </a:p>
          <a:p>
            <a:pPr>
              <a:lnSpc>
                <a:spcPct val="150000"/>
              </a:lnSpc>
            </a:pPr>
            <a:r>
              <a:rPr lang="en-US" dirty="0"/>
              <a:t>    SID-List: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[</a:t>
            </a:r>
            <a:r>
              <a:rPr lang="en-US" dirty="0" err="1"/>
              <a:t>NodeSID</a:t>
            </a:r>
            <a:r>
              <a:rPr lang="en-US" dirty="0"/>
              <a:t>-A, 200]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D3ABED-EB5E-0DC8-09F8-672DA1E04E07}"/>
              </a:ext>
            </a:extLst>
          </p:cNvPr>
          <p:cNvSpPr txBox="1"/>
          <p:nvPr/>
        </p:nvSpPr>
        <p:spPr>
          <a:xfrm>
            <a:off x="1254402" y="4496569"/>
            <a:ext cx="2300490" cy="12958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Headend-Y</a:t>
            </a:r>
          </a:p>
          <a:p>
            <a:pPr>
              <a:lnSpc>
                <a:spcPct val="150000"/>
              </a:lnSpc>
            </a:pPr>
            <a:r>
              <a:rPr lang="en-US" dirty="0"/>
              <a:t>    SID-List: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[</a:t>
            </a:r>
            <a:r>
              <a:rPr lang="en-US" dirty="0" err="1"/>
              <a:t>NodeSID</a:t>
            </a:r>
            <a:r>
              <a:rPr lang="en-US" dirty="0"/>
              <a:t>-A, 200]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E42A49-57F5-6666-E788-CE5E95CBCB21}"/>
              </a:ext>
            </a:extLst>
          </p:cNvPr>
          <p:cNvSpPr txBox="1"/>
          <p:nvPr/>
        </p:nvSpPr>
        <p:spPr>
          <a:xfrm>
            <a:off x="9593930" y="5515213"/>
            <a:ext cx="11426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DAG 1000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EF1A6-3207-F2D4-AD83-8E03FB7F4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49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4B15-B040-649D-B5D4-65912EFD9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98281-D538-FBC4-1D1E-2FF1D22B8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86" y="258628"/>
            <a:ext cx="10515600" cy="1325563"/>
          </a:xfrm>
        </p:spPr>
        <p:txBody>
          <a:bodyPr/>
          <a:lstStyle/>
          <a:p>
            <a:r>
              <a:rPr lang="en-US" dirty="0"/>
              <a:t>Other SR specific properties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B1838-DC99-AE18-0EEE-73C60B4789D3}"/>
              </a:ext>
            </a:extLst>
          </p:cNvPr>
          <p:cNvSpPr txBox="1"/>
          <p:nvPr/>
        </p:nvSpPr>
        <p:spPr>
          <a:xfrm>
            <a:off x="350658" y="1584191"/>
            <a:ext cx="11407556" cy="337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Protocol signaling support (provision/state loop) – exist in BGP/PCEP/Netconf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Junction Segment state optimization - don’t need on every hop – SID list in between two junction nodes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Protection - TI-LFA covering each SID list as usual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Multi-egress -&gt; yes.  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Multi-ingress -&gt; … could be managed by controller in a top-down manner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Optimization – Local/global - DAG MBB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Document describes various high level procedure steps a controller could take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B2B38-F818-E4E1-B0FC-4AFECC6F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9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1720-155B-AF7A-7043-96E50DA96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1A17-1BFA-004D-4DEC-C9B653FF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86" y="-4611"/>
            <a:ext cx="10515600" cy="1325563"/>
          </a:xfrm>
        </p:spPr>
        <p:txBody>
          <a:bodyPr/>
          <a:lstStyle/>
          <a:p>
            <a:r>
              <a:rPr lang="en-US" dirty="0"/>
              <a:t>Liveness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558FB8-29A4-28DA-DE5E-AACC493CC3B2}"/>
              </a:ext>
            </a:extLst>
          </p:cNvPr>
          <p:cNvSpPr txBox="1"/>
          <p:nvPr/>
        </p:nvSpPr>
        <p:spPr>
          <a:xfrm>
            <a:off x="510780" y="1320952"/>
            <a:ext cx="11341821" cy="8803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General guideline: Run S-BFD on all Junction nodes, on all outgoing segment lists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Required to get full coverage: path to next junction + junction processing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492155-A5C2-37E5-75FA-FAD3E998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7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6D4725-4415-9A8F-9DE1-0669D455A12D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H="1">
            <a:off x="8051526" y="4557030"/>
            <a:ext cx="5431" cy="5340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ube 4">
            <a:extLst>
              <a:ext uri="{FF2B5EF4-FFF2-40B4-BE49-F238E27FC236}">
                <a16:creationId xmlns:a16="http://schemas.microsoft.com/office/drawing/2014/main" id="{720719F3-6DAB-8808-6993-F970CFAD616B}"/>
              </a:ext>
            </a:extLst>
          </p:cNvPr>
          <p:cNvSpPr/>
          <p:nvPr/>
        </p:nvSpPr>
        <p:spPr>
          <a:xfrm>
            <a:off x="7791826" y="3421677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28DE7CE9-3415-9025-941D-EAFA8E1E7B4A}"/>
              </a:ext>
            </a:extLst>
          </p:cNvPr>
          <p:cNvSpPr/>
          <p:nvPr/>
        </p:nvSpPr>
        <p:spPr>
          <a:xfrm>
            <a:off x="7796003" y="4185728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BF15EDE5-C789-9CFC-E4C0-1259F0C1E1D8}"/>
              </a:ext>
            </a:extLst>
          </p:cNvPr>
          <p:cNvSpPr/>
          <p:nvPr/>
        </p:nvSpPr>
        <p:spPr>
          <a:xfrm>
            <a:off x="6634951" y="4192303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DE663B45-AE1E-B1D7-E342-7D62CDB910D8}"/>
              </a:ext>
            </a:extLst>
          </p:cNvPr>
          <p:cNvSpPr/>
          <p:nvPr/>
        </p:nvSpPr>
        <p:spPr>
          <a:xfrm>
            <a:off x="7790572" y="4998217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5761143A-0584-F075-A9C8-308FF395EDD9}"/>
              </a:ext>
            </a:extLst>
          </p:cNvPr>
          <p:cNvSpPr/>
          <p:nvPr/>
        </p:nvSpPr>
        <p:spPr>
          <a:xfrm>
            <a:off x="9180999" y="4998217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EB23FFC4-F514-7FF1-D6E3-A487C2D50F10}"/>
              </a:ext>
            </a:extLst>
          </p:cNvPr>
          <p:cNvSpPr/>
          <p:nvPr/>
        </p:nvSpPr>
        <p:spPr>
          <a:xfrm>
            <a:off x="9183870" y="3416888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313A3E9-99C1-3FE1-0582-E21C27DC59C1}"/>
              </a:ext>
            </a:extLst>
          </p:cNvPr>
          <p:cNvSpPr/>
          <p:nvPr/>
        </p:nvSpPr>
        <p:spPr>
          <a:xfrm>
            <a:off x="9183870" y="4182352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2B607B99-C6D8-295B-98BE-488851503BE4}"/>
              </a:ext>
            </a:extLst>
          </p:cNvPr>
          <p:cNvSpPr/>
          <p:nvPr/>
        </p:nvSpPr>
        <p:spPr>
          <a:xfrm>
            <a:off x="10233456" y="4176995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9B15AB06-C007-F00D-E637-B970050FBAB9}"/>
              </a:ext>
            </a:extLst>
          </p:cNvPr>
          <p:cNvSpPr/>
          <p:nvPr/>
        </p:nvSpPr>
        <p:spPr>
          <a:xfrm rot="16200000">
            <a:off x="9249853" y="3427289"/>
            <a:ext cx="148576" cy="1752753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4EAD9673-8B9C-9FEF-63B2-FE582E2A3BE4}"/>
              </a:ext>
            </a:extLst>
          </p:cNvPr>
          <p:cNvSpPr/>
          <p:nvPr/>
        </p:nvSpPr>
        <p:spPr>
          <a:xfrm rot="16200000">
            <a:off x="8711916" y="2675670"/>
            <a:ext cx="148576" cy="3033266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F989BB20-E890-263F-37F4-BD42C5AD22FC}"/>
              </a:ext>
            </a:extLst>
          </p:cNvPr>
          <p:cNvSpPr/>
          <p:nvPr/>
        </p:nvSpPr>
        <p:spPr>
          <a:xfrm rot="13918818">
            <a:off x="7362093" y="3315265"/>
            <a:ext cx="188338" cy="912271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9E2FF226-C0B0-4E36-23AD-3C386C0BA593}"/>
              </a:ext>
            </a:extLst>
          </p:cNvPr>
          <p:cNvSpPr/>
          <p:nvPr/>
        </p:nvSpPr>
        <p:spPr>
          <a:xfrm rot="16200000">
            <a:off x="8640583" y="2605186"/>
            <a:ext cx="148576" cy="1848598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A46BB286-0E5B-94D1-40DB-435FBB3C3CE0}"/>
              </a:ext>
            </a:extLst>
          </p:cNvPr>
          <p:cNvSpPr/>
          <p:nvPr/>
        </p:nvSpPr>
        <p:spPr>
          <a:xfrm rot="18067765">
            <a:off x="9924566" y="3309886"/>
            <a:ext cx="173572" cy="916838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C47B8AED-F3FE-A85E-F768-AB6AFC337289}"/>
              </a:ext>
            </a:extLst>
          </p:cNvPr>
          <p:cNvSpPr/>
          <p:nvPr/>
        </p:nvSpPr>
        <p:spPr>
          <a:xfrm rot="13879550">
            <a:off x="9689462" y="4421564"/>
            <a:ext cx="148576" cy="871969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573E41C7-F4CA-F530-EB2C-294CCCECE403}"/>
              </a:ext>
            </a:extLst>
          </p:cNvPr>
          <p:cNvSpPr/>
          <p:nvPr/>
        </p:nvSpPr>
        <p:spPr>
          <a:xfrm rot="18336866">
            <a:off x="7288052" y="4412993"/>
            <a:ext cx="172415" cy="1127838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DA307056-C72D-81F0-7520-52BB24D5AA81}"/>
              </a:ext>
            </a:extLst>
          </p:cNvPr>
          <p:cNvSpPr/>
          <p:nvPr/>
        </p:nvSpPr>
        <p:spPr>
          <a:xfrm>
            <a:off x="8051526" y="4564647"/>
            <a:ext cx="148576" cy="676224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04472250-7703-02A1-150D-724BDC404FA8}"/>
              </a:ext>
            </a:extLst>
          </p:cNvPr>
          <p:cNvSpPr/>
          <p:nvPr/>
        </p:nvSpPr>
        <p:spPr>
          <a:xfrm rot="18102048">
            <a:off x="8867872" y="4254809"/>
            <a:ext cx="125824" cy="1154589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65306F1B-0798-10E3-8430-82826B49C0B9}"/>
              </a:ext>
            </a:extLst>
          </p:cNvPr>
          <p:cNvSpPr/>
          <p:nvPr/>
        </p:nvSpPr>
        <p:spPr>
          <a:xfrm rot="10800000">
            <a:off x="7904204" y="3698081"/>
            <a:ext cx="148576" cy="489053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C48342ED-EB83-B0A3-FF01-05249E2AE15E}"/>
              </a:ext>
            </a:extLst>
          </p:cNvPr>
          <p:cNvSpPr/>
          <p:nvPr/>
        </p:nvSpPr>
        <p:spPr>
          <a:xfrm rot="16200000">
            <a:off x="8690644" y="2951051"/>
            <a:ext cx="148576" cy="1590440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47EB4DD2-248F-A3E1-6D01-2E01384AFA3D}"/>
              </a:ext>
            </a:extLst>
          </p:cNvPr>
          <p:cNvSpPr/>
          <p:nvPr/>
        </p:nvSpPr>
        <p:spPr>
          <a:xfrm rot="18114299">
            <a:off x="9786249" y="3595325"/>
            <a:ext cx="148576" cy="703399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AF8F47C6-E722-9DBC-5DD4-B48772113037}"/>
              </a:ext>
            </a:extLst>
          </p:cNvPr>
          <p:cNvSpPr/>
          <p:nvPr/>
        </p:nvSpPr>
        <p:spPr>
          <a:xfrm rot="16200000">
            <a:off x="8801436" y="4409153"/>
            <a:ext cx="148576" cy="1648391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D47E94F6-E419-597B-AF01-DF44BF806B85}"/>
              </a:ext>
            </a:extLst>
          </p:cNvPr>
          <p:cNvSpPr/>
          <p:nvPr/>
        </p:nvSpPr>
        <p:spPr>
          <a:xfrm rot="13879550">
            <a:off x="9945816" y="4570522"/>
            <a:ext cx="148576" cy="825673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own Arrow 30">
            <a:extLst>
              <a:ext uri="{FF2B5EF4-FFF2-40B4-BE49-F238E27FC236}">
                <a16:creationId xmlns:a16="http://schemas.microsoft.com/office/drawing/2014/main" id="{CF500DFB-2C9A-496F-BCAB-AFAB6DD5F9EE}"/>
              </a:ext>
            </a:extLst>
          </p:cNvPr>
          <p:cNvSpPr/>
          <p:nvPr/>
        </p:nvSpPr>
        <p:spPr>
          <a:xfrm rot="16200000">
            <a:off x="8739300" y="4314124"/>
            <a:ext cx="148576" cy="2046031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231CF53D-709F-2E03-AA6F-8193F8A4D6DC}"/>
              </a:ext>
            </a:extLst>
          </p:cNvPr>
          <p:cNvSpPr/>
          <p:nvPr/>
        </p:nvSpPr>
        <p:spPr>
          <a:xfrm rot="14082815">
            <a:off x="10055273" y="4596560"/>
            <a:ext cx="148576" cy="936825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FD2F939-FEA4-18AB-FA8E-916FD5D903F8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H="1">
            <a:off x="2950032" y="4501214"/>
            <a:ext cx="5431" cy="5340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Cube 33">
            <a:extLst>
              <a:ext uri="{FF2B5EF4-FFF2-40B4-BE49-F238E27FC236}">
                <a16:creationId xmlns:a16="http://schemas.microsoft.com/office/drawing/2014/main" id="{80705C6D-36A2-816C-E978-0FCDE1912D9C}"/>
              </a:ext>
            </a:extLst>
          </p:cNvPr>
          <p:cNvSpPr/>
          <p:nvPr/>
        </p:nvSpPr>
        <p:spPr>
          <a:xfrm>
            <a:off x="2690332" y="3365861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5" name="Cube 34">
            <a:extLst>
              <a:ext uri="{FF2B5EF4-FFF2-40B4-BE49-F238E27FC236}">
                <a16:creationId xmlns:a16="http://schemas.microsoft.com/office/drawing/2014/main" id="{1A4F103D-BA82-BF46-AE64-32E09F39C637}"/>
              </a:ext>
            </a:extLst>
          </p:cNvPr>
          <p:cNvSpPr/>
          <p:nvPr/>
        </p:nvSpPr>
        <p:spPr>
          <a:xfrm>
            <a:off x="2694509" y="4129912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6" name="Cube 35">
            <a:extLst>
              <a:ext uri="{FF2B5EF4-FFF2-40B4-BE49-F238E27FC236}">
                <a16:creationId xmlns:a16="http://schemas.microsoft.com/office/drawing/2014/main" id="{48E0B36C-1AB9-1DC0-A11A-BCD5ACCC39A8}"/>
              </a:ext>
            </a:extLst>
          </p:cNvPr>
          <p:cNvSpPr/>
          <p:nvPr/>
        </p:nvSpPr>
        <p:spPr>
          <a:xfrm>
            <a:off x="1533457" y="4136487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6215E3DC-245B-9B16-6990-69757B27BFFB}"/>
              </a:ext>
            </a:extLst>
          </p:cNvPr>
          <p:cNvSpPr/>
          <p:nvPr/>
        </p:nvSpPr>
        <p:spPr>
          <a:xfrm>
            <a:off x="2689078" y="4942401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00B01437-2207-893E-9FD8-A0742230670F}"/>
              </a:ext>
            </a:extLst>
          </p:cNvPr>
          <p:cNvSpPr/>
          <p:nvPr/>
        </p:nvSpPr>
        <p:spPr>
          <a:xfrm>
            <a:off x="4079505" y="4942401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B1198C48-5A58-DEB3-27F7-B4B0D2CECE7F}"/>
              </a:ext>
            </a:extLst>
          </p:cNvPr>
          <p:cNvSpPr/>
          <p:nvPr/>
        </p:nvSpPr>
        <p:spPr>
          <a:xfrm>
            <a:off x="4082376" y="3361072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023695E-1CBE-90EE-5490-C3A3B626B218}"/>
              </a:ext>
            </a:extLst>
          </p:cNvPr>
          <p:cNvSpPr/>
          <p:nvPr/>
        </p:nvSpPr>
        <p:spPr>
          <a:xfrm>
            <a:off x="4082376" y="4126536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83241CB4-48B8-55CF-28A8-85B4C05A0AF5}"/>
              </a:ext>
            </a:extLst>
          </p:cNvPr>
          <p:cNvSpPr/>
          <p:nvPr/>
        </p:nvSpPr>
        <p:spPr>
          <a:xfrm>
            <a:off x="5131962" y="4121179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AAAEBD82-2EE7-AF4C-4E8E-42B7F2CA88F3}"/>
              </a:ext>
            </a:extLst>
          </p:cNvPr>
          <p:cNvSpPr/>
          <p:nvPr/>
        </p:nvSpPr>
        <p:spPr>
          <a:xfrm rot="16200000">
            <a:off x="3622390" y="3897443"/>
            <a:ext cx="148576" cy="70081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55D60F2A-DDAA-FAE8-D6E4-FB31AF1CD919}"/>
              </a:ext>
            </a:extLst>
          </p:cNvPr>
          <p:cNvSpPr/>
          <p:nvPr/>
        </p:nvSpPr>
        <p:spPr>
          <a:xfrm rot="16200000">
            <a:off x="4857894" y="4048069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own Arrow 43">
            <a:extLst>
              <a:ext uri="{FF2B5EF4-FFF2-40B4-BE49-F238E27FC236}">
                <a16:creationId xmlns:a16="http://schemas.microsoft.com/office/drawing/2014/main" id="{C30C9D8A-0410-0947-6A62-6DC1FF16149E}"/>
              </a:ext>
            </a:extLst>
          </p:cNvPr>
          <p:cNvSpPr/>
          <p:nvPr/>
        </p:nvSpPr>
        <p:spPr>
          <a:xfrm rot="16200000">
            <a:off x="2346959" y="4046560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own Arrow 44">
            <a:extLst>
              <a:ext uri="{FF2B5EF4-FFF2-40B4-BE49-F238E27FC236}">
                <a16:creationId xmlns:a16="http://schemas.microsoft.com/office/drawing/2014/main" id="{72D81763-F8AF-B742-8EFC-51A01E669F35}"/>
              </a:ext>
            </a:extLst>
          </p:cNvPr>
          <p:cNvSpPr/>
          <p:nvPr/>
        </p:nvSpPr>
        <p:spPr>
          <a:xfrm rot="13918818">
            <a:off x="2208440" y="3366438"/>
            <a:ext cx="188338" cy="77985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own Arrow 45">
            <a:extLst>
              <a:ext uri="{FF2B5EF4-FFF2-40B4-BE49-F238E27FC236}">
                <a16:creationId xmlns:a16="http://schemas.microsoft.com/office/drawing/2014/main" id="{4477B069-3848-8463-77A3-17573463FF04}"/>
              </a:ext>
            </a:extLst>
          </p:cNvPr>
          <p:cNvSpPr/>
          <p:nvPr/>
        </p:nvSpPr>
        <p:spPr>
          <a:xfrm rot="16200000">
            <a:off x="3636647" y="3137515"/>
            <a:ext cx="148576" cy="672307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own Arrow 46">
            <a:extLst>
              <a:ext uri="{FF2B5EF4-FFF2-40B4-BE49-F238E27FC236}">
                <a16:creationId xmlns:a16="http://schemas.microsoft.com/office/drawing/2014/main" id="{543B7B4F-22FF-F062-B105-BA53ECA2B548}"/>
              </a:ext>
            </a:extLst>
          </p:cNvPr>
          <p:cNvSpPr/>
          <p:nvPr/>
        </p:nvSpPr>
        <p:spPr>
          <a:xfrm rot="18067765">
            <a:off x="4952978" y="3484284"/>
            <a:ext cx="173572" cy="613320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wn Arrow 47">
            <a:extLst>
              <a:ext uri="{FF2B5EF4-FFF2-40B4-BE49-F238E27FC236}">
                <a16:creationId xmlns:a16="http://schemas.microsoft.com/office/drawing/2014/main" id="{2CC5A0CC-C918-43DD-63EC-42134D54159D}"/>
              </a:ext>
            </a:extLst>
          </p:cNvPr>
          <p:cNvSpPr/>
          <p:nvPr/>
        </p:nvSpPr>
        <p:spPr>
          <a:xfrm rot="16200000">
            <a:off x="3650898" y="4745750"/>
            <a:ext cx="148576" cy="70081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Down Arrow 48">
            <a:extLst>
              <a:ext uri="{FF2B5EF4-FFF2-40B4-BE49-F238E27FC236}">
                <a16:creationId xmlns:a16="http://schemas.microsoft.com/office/drawing/2014/main" id="{B594CE8F-79F0-6A97-B26F-17BFA0D6E5EB}"/>
              </a:ext>
            </a:extLst>
          </p:cNvPr>
          <p:cNvSpPr/>
          <p:nvPr/>
        </p:nvSpPr>
        <p:spPr>
          <a:xfrm rot="13879550">
            <a:off x="4822343" y="4545878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own Arrow 49">
            <a:extLst>
              <a:ext uri="{FF2B5EF4-FFF2-40B4-BE49-F238E27FC236}">
                <a16:creationId xmlns:a16="http://schemas.microsoft.com/office/drawing/2014/main" id="{45E1ABA3-EB2C-868D-C3E0-6176E27D79E8}"/>
              </a:ext>
            </a:extLst>
          </p:cNvPr>
          <p:cNvSpPr/>
          <p:nvPr/>
        </p:nvSpPr>
        <p:spPr>
          <a:xfrm rot="18336866">
            <a:off x="2256855" y="4434513"/>
            <a:ext cx="200951" cy="742008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own Arrow 50">
            <a:extLst>
              <a:ext uri="{FF2B5EF4-FFF2-40B4-BE49-F238E27FC236}">
                <a16:creationId xmlns:a16="http://schemas.microsoft.com/office/drawing/2014/main" id="{95FA3E70-6541-E1D3-0ED9-5CA6CE217103}"/>
              </a:ext>
            </a:extLst>
          </p:cNvPr>
          <p:cNvSpPr/>
          <p:nvPr/>
        </p:nvSpPr>
        <p:spPr>
          <a:xfrm>
            <a:off x="2793928" y="4526131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own Arrow 51">
            <a:extLst>
              <a:ext uri="{FF2B5EF4-FFF2-40B4-BE49-F238E27FC236}">
                <a16:creationId xmlns:a16="http://schemas.microsoft.com/office/drawing/2014/main" id="{02DEC7BF-866D-073A-175E-24133E578B7E}"/>
              </a:ext>
            </a:extLst>
          </p:cNvPr>
          <p:cNvSpPr/>
          <p:nvPr/>
        </p:nvSpPr>
        <p:spPr>
          <a:xfrm rot="18102048">
            <a:off x="3627346" y="4276535"/>
            <a:ext cx="125824" cy="827766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000BF449-1E4B-8AF1-40E1-1D37985138C0}"/>
              </a:ext>
            </a:extLst>
          </p:cNvPr>
          <p:cNvSpPr/>
          <p:nvPr/>
        </p:nvSpPr>
        <p:spPr>
          <a:xfrm rot="10800000">
            <a:off x="2802710" y="3731758"/>
            <a:ext cx="148576" cy="399561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11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D8B7-87FA-A34B-B533-5600A141A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86" y="-4611"/>
            <a:ext cx="10515600" cy="1325563"/>
          </a:xfrm>
        </p:spPr>
        <p:txBody>
          <a:bodyPr/>
          <a:lstStyle/>
          <a:p>
            <a:r>
              <a:rPr lang="en-US" dirty="0"/>
              <a:t>Monitoring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31796B-1FD3-5E48-83E4-DEBB9AFDB1D5}"/>
              </a:ext>
            </a:extLst>
          </p:cNvPr>
          <p:cNvSpPr txBox="1"/>
          <p:nvPr/>
        </p:nvSpPr>
        <p:spPr>
          <a:xfrm>
            <a:off x="510780" y="1320952"/>
            <a:ext cx="11341821" cy="8803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Run Ping/Trace tests originating on all Junction nodes, on all outgoing segment lists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Controller aggregates to produce a full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C1735C-A9C4-F3D4-A907-3F466B85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8</a:t>
            </a:fld>
            <a:endParaRPr lang="en-US" dirty="0"/>
          </a:p>
        </p:txBody>
      </p:sp>
      <p:sp>
        <p:nvSpPr>
          <p:cNvPr id="75" name="Cube 74">
            <a:extLst>
              <a:ext uri="{FF2B5EF4-FFF2-40B4-BE49-F238E27FC236}">
                <a16:creationId xmlns:a16="http://schemas.microsoft.com/office/drawing/2014/main" id="{73D6B9E1-AB5D-6DF8-DC5E-2F8D00D03721}"/>
              </a:ext>
            </a:extLst>
          </p:cNvPr>
          <p:cNvSpPr/>
          <p:nvPr/>
        </p:nvSpPr>
        <p:spPr>
          <a:xfrm>
            <a:off x="5091095" y="2862955"/>
            <a:ext cx="1892748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Controller/PCE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4C5D670-6E09-F9F7-899C-CC870447E977}"/>
              </a:ext>
            </a:extLst>
          </p:cNvPr>
          <p:cNvCxnSpPr>
            <a:cxnSpLocks/>
            <a:stCxn id="75" idx="3"/>
            <a:endCxn id="81" idx="0"/>
          </p:cNvCxnSpPr>
          <p:nvPr/>
        </p:nvCxnSpPr>
        <p:spPr>
          <a:xfrm flipH="1">
            <a:off x="4473370" y="3234257"/>
            <a:ext cx="1517686" cy="15798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A9BE550-1084-1744-4981-2004311ED364}"/>
              </a:ext>
            </a:extLst>
          </p:cNvPr>
          <p:cNvCxnSpPr>
            <a:cxnSpLocks/>
            <a:stCxn id="80" idx="3"/>
            <a:endCxn id="82" idx="1"/>
          </p:cNvCxnSpPr>
          <p:nvPr/>
        </p:nvCxnSpPr>
        <p:spPr>
          <a:xfrm flipH="1">
            <a:off x="5536165" y="5178815"/>
            <a:ext cx="5431" cy="5340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Cube 78">
            <a:extLst>
              <a:ext uri="{FF2B5EF4-FFF2-40B4-BE49-F238E27FC236}">
                <a16:creationId xmlns:a16="http://schemas.microsoft.com/office/drawing/2014/main" id="{C256FEEE-632C-C084-5555-04ED8F630004}"/>
              </a:ext>
            </a:extLst>
          </p:cNvPr>
          <p:cNvSpPr/>
          <p:nvPr/>
        </p:nvSpPr>
        <p:spPr>
          <a:xfrm>
            <a:off x="5276465" y="4043462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B</a:t>
            </a:r>
          </a:p>
        </p:txBody>
      </p:sp>
      <p:sp>
        <p:nvSpPr>
          <p:cNvPr id="80" name="Cube 79">
            <a:extLst>
              <a:ext uri="{FF2B5EF4-FFF2-40B4-BE49-F238E27FC236}">
                <a16:creationId xmlns:a16="http://schemas.microsoft.com/office/drawing/2014/main" id="{48184475-F21E-DA58-F577-4A5A51519EF8}"/>
              </a:ext>
            </a:extLst>
          </p:cNvPr>
          <p:cNvSpPr/>
          <p:nvPr/>
        </p:nvSpPr>
        <p:spPr>
          <a:xfrm>
            <a:off x="5280642" y="4807513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1" name="Cube 80">
            <a:extLst>
              <a:ext uri="{FF2B5EF4-FFF2-40B4-BE49-F238E27FC236}">
                <a16:creationId xmlns:a16="http://schemas.microsoft.com/office/drawing/2014/main" id="{E6241DE2-FACB-E837-7452-13D53B15B392}"/>
              </a:ext>
            </a:extLst>
          </p:cNvPr>
          <p:cNvSpPr/>
          <p:nvPr/>
        </p:nvSpPr>
        <p:spPr>
          <a:xfrm>
            <a:off x="4119590" y="4814088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2" name="Cube 81">
            <a:extLst>
              <a:ext uri="{FF2B5EF4-FFF2-40B4-BE49-F238E27FC236}">
                <a16:creationId xmlns:a16="http://schemas.microsoft.com/office/drawing/2014/main" id="{BDAAF281-9BC9-8941-90D2-25D34EFF699B}"/>
              </a:ext>
            </a:extLst>
          </p:cNvPr>
          <p:cNvSpPr/>
          <p:nvPr/>
        </p:nvSpPr>
        <p:spPr>
          <a:xfrm>
            <a:off x="5275211" y="5620002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D</a:t>
            </a:r>
          </a:p>
        </p:txBody>
      </p:sp>
      <p:sp>
        <p:nvSpPr>
          <p:cNvPr id="83" name="Cube 82">
            <a:extLst>
              <a:ext uri="{FF2B5EF4-FFF2-40B4-BE49-F238E27FC236}">
                <a16:creationId xmlns:a16="http://schemas.microsoft.com/office/drawing/2014/main" id="{A6F7E6D6-C40B-31A5-B8E2-AF3090498B80}"/>
              </a:ext>
            </a:extLst>
          </p:cNvPr>
          <p:cNvSpPr/>
          <p:nvPr/>
        </p:nvSpPr>
        <p:spPr>
          <a:xfrm>
            <a:off x="6665638" y="5620002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G</a:t>
            </a:r>
          </a:p>
        </p:txBody>
      </p:sp>
      <p:sp>
        <p:nvSpPr>
          <p:cNvPr id="84" name="Cube 83">
            <a:extLst>
              <a:ext uri="{FF2B5EF4-FFF2-40B4-BE49-F238E27FC236}">
                <a16:creationId xmlns:a16="http://schemas.microsoft.com/office/drawing/2014/main" id="{5EB5AC94-FDE1-A70E-5226-C0DE63BDBA58}"/>
              </a:ext>
            </a:extLst>
          </p:cNvPr>
          <p:cNvSpPr/>
          <p:nvPr/>
        </p:nvSpPr>
        <p:spPr>
          <a:xfrm>
            <a:off x="6668509" y="4038673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E</a:t>
            </a:r>
          </a:p>
        </p:txBody>
      </p:sp>
      <p:sp>
        <p:nvSpPr>
          <p:cNvPr id="85" name="Cube 84">
            <a:extLst>
              <a:ext uri="{FF2B5EF4-FFF2-40B4-BE49-F238E27FC236}">
                <a16:creationId xmlns:a16="http://schemas.microsoft.com/office/drawing/2014/main" id="{FCC998ED-6462-FB0A-25D5-6AC8934B493E}"/>
              </a:ext>
            </a:extLst>
          </p:cNvPr>
          <p:cNvSpPr/>
          <p:nvPr/>
        </p:nvSpPr>
        <p:spPr>
          <a:xfrm>
            <a:off x="6668509" y="4804137"/>
            <a:ext cx="614734" cy="371302"/>
          </a:xfrm>
          <a:prstGeom prst="cube">
            <a:avLst/>
          </a:prstGeom>
          <a:solidFill>
            <a:schemeClr val="bg2">
              <a:alpha val="20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alpha val="20000"/>
                  </a:schemeClr>
                </a:solidFill>
              </a:rPr>
              <a:t>F</a:t>
            </a:r>
          </a:p>
        </p:txBody>
      </p:sp>
      <p:sp>
        <p:nvSpPr>
          <p:cNvPr id="86" name="Cube 85">
            <a:extLst>
              <a:ext uri="{FF2B5EF4-FFF2-40B4-BE49-F238E27FC236}">
                <a16:creationId xmlns:a16="http://schemas.microsoft.com/office/drawing/2014/main" id="{A8B6902B-B78F-3E61-E9D2-C9F65ECF5D2F}"/>
              </a:ext>
            </a:extLst>
          </p:cNvPr>
          <p:cNvSpPr/>
          <p:nvPr/>
        </p:nvSpPr>
        <p:spPr>
          <a:xfrm>
            <a:off x="7718095" y="4798780"/>
            <a:ext cx="614734" cy="371302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7" name="Down Arrow 86">
            <a:extLst>
              <a:ext uri="{FF2B5EF4-FFF2-40B4-BE49-F238E27FC236}">
                <a16:creationId xmlns:a16="http://schemas.microsoft.com/office/drawing/2014/main" id="{7B1298D5-5513-8F7E-023A-42F2AFCAE49B}"/>
              </a:ext>
            </a:extLst>
          </p:cNvPr>
          <p:cNvSpPr/>
          <p:nvPr/>
        </p:nvSpPr>
        <p:spPr>
          <a:xfrm rot="16200000">
            <a:off x="6734492" y="4049074"/>
            <a:ext cx="148576" cy="1752753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Down Arrow 87">
            <a:extLst>
              <a:ext uri="{FF2B5EF4-FFF2-40B4-BE49-F238E27FC236}">
                <a16:creationId xmlns:a16="http://schemas.microsoft.com/office/drawing/2014/main" id="{EEE1B196-8053-1EDD-DBA6-A46285B46C45}"/>
              </a:ext>
            </a:extLst>
          </p:cNvPr>
          <p:cNvSpPr/>
          <p:nvPr/>
        </p:nvSpPr>
        <p:spPr>
          <a:xfrm rot="16200000">
            <a:off x="4921671" y="4695044"/>
            <a:ext cx="148576" cy="521001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Down Arrow 88">
            <a:extLst>
              <a:ext uri="{FF2B5EF4-FFF2-40B4-BE49-F238E27FC236}">
                <a16:creationId xmlns:a16="http://schemas.microsoft.com/office/drawing/2014/main" id="{D51F64D9-5FFD-827B-BDD5-56A994AAB348}"/>
              </a:ext>
            </a:extLst>
          </p:cNvPr>
          <p:cNvSpPr/>
          <p:nvPr/>
        </p:nvSpPr>
        <p:spPr>
          <a:xfrm rot="13918818">
            <a:off x="5000865" y="4012176"/>
            <a:ext cx="188338" cy="912271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Down Arrow 92">
            <a:extLst>
              <a:ext uri="{FF2B5EF4-FFF2-40B4-BE49-F238E27FC236}">
                <a16:creationId xmlns:a16="http://schemas.microsoft.com/office/drawing/2014/main" id="{ED9F11A3-7909-5B80-0CDC-598A482779A7}"/>
              </a:ext>
            </a:extLst>
          </p:cNvPr>
          <p:cNvSpPr/>
          <p:nvPr/>
        </p:nvSpPr>
        <p:spPr>
          <a:xfrm rot="18336866">
            <a:off x="4772691" y="5034778"/>
            <a:ext cx="172415" cy="1127838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Down Arrow 93">
            <a:extLst>
              <a:ext uri="{FF2B5EF4-FFF2-40B4-BE49-F238E27FC236}">
                <a16:creationId xmlns:a16="http://schemas.microsoft.com/office/drawing/2014/main" id="{99EBE97D-6024-1870-93AC-C2CC1F9E7B31}"/>
              </a:ext>
            </a:extLst>
          </p:cNvPr>
          <p:cNvSpPr/>
          <p:nvPr/>
        </p:nvSpPr>
        <p:spPr>
          <a:xfrm>
            <a:off x="5536165" y="5186432"/>
            <a:ext cx="148576" cy="676224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Down Arrow 94">
            <a:extLst>
              <a:ext uri="{FF2B5EF4-FFF2-40B4-BE49-F238E27FC236}">
                <a16:creationId xmlns:a16="http://schemas.microsoft.com/office/drawing/2014/main" id="{9862234C-A591-FCCD-67C3-D78B5352E403}"/>
              </a:ext>
            </a:extLst>
          </p:cNvPr>
          <p:cNvSpPr/>
          <p:nvPr/>
        </p:nvSpPr>
        <p:spPr>
          <a:xfrm rot="18102048">
            <a:off x="6352511" y="4876594"/>
            <a:ext cx="125824" cy="1154589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Down Arrow 95">
            <a:extLst>
              <a:ext uri="{FF2B5EF4-FFF2-40B4-BE49-F238E27FC236}">
                <a16:creationId xmlns:a16="http://schemas.microsoft.com/office/drawing/2014/main" id="{86DE2319-8056-42C3-583D-BD2830DD5868}"/>
              </a:ext>
            </a:extLst>
          </p:cNvPr>
          <p:cNvSpPr/>
          <p:nvPr/>
        </p:nvSpPr>
        <p:spPr>
          <a:xfrm rot="10800000">
            <a:off x="5550434" y="4297047"/>
            <a:ext cx="148576" cy="489053"/>
          </a:xfrm>
          <a:prstGeom prst="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18F1C3E-F282-E64D-31F6-B51674E5E028}"/>
              </a:ext>
            </a:extLst>
          </p:cNvPr>
          <p:cNvCxnSpPr>
            <a:cxnSpLocks/>
            <a:stCxn id="75" idx="3"/>
            <a:endCxn id="80" idx="0"/>
          </p:cNvCxnSpPr>
          <p:nvPr/>
        </p:nvCxnSpPr>
        <p:spPr>
          <a:xfrm flipH="1">
            <a:off x="5634422" y="3234257"/>
            <a:ext cx="356634" cy="15732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4F32159-CA7E-B100-48F6-4D605B0D4EC8}"/>
              </a:ext>
            </a:extLst>
          </p:cNvPr>
          <p:cNvSpPr txBox="1"/>
          <p:nvPr/>
        </p:nvSpPr>
        <p:spPr>
          <a:xfrm>
            <a:off x="5608287" y="4433250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38ms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EC30793-D9B4-EC3F-1501-F4411C916F5D}"/>
              </a:ext>
            </a:extLst>
          </p:cNvPr>
          <p:cNvSpPr txBox="1"/>
          <p:nvPr/>
        </p:nvSpPr>
        <p:spPr>
          <a:xfrm>
            <a:off x="6096000" y="4672091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35ms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397E1B7-4CA8-8E71-AE01-09819EBAC2B9}"/>
              </a:ext>
            </a:extLst>
          </p:cNvPr>
          <p:cNvSpPr txBox="1"/>
          <p:nvPr/>
        </p:nvSpPr>
        <p:spPr>
          <a:xfrm>
            <a:off x="6050905" y="5070072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34ms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10527CD-40BC-C63B-EB85-8B8563634471}"/>
              </a:ext>
            </a:extLst>
          </p:cNvPr>
          <p:cNvSpPr txBox="1"/>
          <p:nvPr/>
        </p:nvSpPr>
        <p:spPr>
          <a:xfrm>
            <a:off x="5541596" y="5310966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37ms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DBFAD1A-E89E-5B1B-4063-7230D1C877EB}"/>
              </a:ext>
            </a:extLst>
          </p:cNvPr>
          <p:cNvSpPr txBox="1"/>
          <p:nvPr/>
        </p:nvSpPr>
        <p:spPr>
          <a:xfrm>
            <a:off x="4667337" y="4978276"/>
            <a:ext cx="614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42ms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36F44BC-AD25-FB17-3FBE-4D38D305668F}"/>
              </a:ext>
            </a:extLst>
          </p:cNvPr>
          <p:cNvSpPr txBox="1"/>
          <p:nvPr/>
        </p:nvSpPr>
        <p:spPr>
          <a:xfrm>
            <a:off x="8362610" y="4386841"/>
            <a:ext cx="359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A-&gt;C measures one strand</a:t>
            </a:r>
          </a:p>
          <a:p>
            <a:pPr algn="ctr"/>
            <a:endParaRPr lang="en-US" sz="1600" b="1" u="sng" dirty="0"/>
          </a:p>
          <a:p>
            <a:pPr algn="ctr"/>
            <a:r>
              <a:rPr lang="en-US" sz="1600" dirty="0"/>
              <a:t>Controller computes deltas to determine min, max, estimate delay via SID List to C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4F098FC-C237-0403-E8F8-A56BBE96A182}"/>
              </a:ext>
            </a:extLst>
          </p:cNvPr>
          <p:cNvSpPr txBox="1"/>
          <p:nvPr/>
        </p:nvSpPr>
        <p:spPr>
          <a:xfrm>
            <a:off x="4278735" y="4239530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44ms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24435CF-8F35-1681-8CD5-3FC3D5C491C4}"/>
              </a:ext>
            </a:extLst>
          </p:cNvPr>
          <p:cNvSpPr txBox="1"/>
          <p:nvPr/>
        </p:nvSpPr>
        <p:spPr>
          <a:xfrm>
            <a:off x="4309501" y="5587965"/>
            <a:ext cx="614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43ms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19619D2-6EF9-003F-595D-6147BCCE4768}"/>
              </a:ext>
            </a:extLst>
          </p:cNvPr>
          <p:cNvSpPr txBox="1"/>
          <p:nvPr/>
        </p:nvSpPr>
        <p:spPr>
          <a:xfrm>
            <a:off x="175801" y="4435174"/>
            <a:ext cx="2645692" cy="8947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Ping from A to C will be weight hashed out of C unless cycle entropy, which can cascade through multiple junctions</a:t>
            </a:r>
          </a:p>
        </p:txBody>
      </p:sp>
    </p:spTree>
    <p:extLst>
      <p:ext uri="{BB962C8B-B14F-4D97-AF65-F5344CB8AC3E}">
        <p14:creationId xmlns:p14="http://schemas.microsoft.com/office/powerpoint/2010/main" val="2754887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5DC8-FB81-977A-ACB7-880712022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335A9-5133-9FD1-C71D-870719CB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86" y="-4611"/>
            <a:ext cx="10515600" cy="1325563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C5225D-81F5-D39B-D451-9296B77D5944}"/>
              </a:ext>
            </a:extLst>
          </p:cNvPr>
          <p:cNvSpPr txBox="1"/>
          <p:nvPr/>
        </p:nvSpPr>
        <p:spPr>
          <a:xfrm>
            <a:off x="510780" y="1320952"/>
            <a:ext cx="11341821" cy="12958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Open to discussions and feedback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Work is taking place in SPRING WG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C57996-2C50-5F60-EB2B-A424AC46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CB386-7125-DC4F-9300-510185DC52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20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669</Words>
  <Application>Microsoft Macintosh PowerPoint</Application>
  <PresentationFormat>Widescreen</PresentationFormat>
  <Paragraphs>160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Multipath Traffic Engineering  for Segment Routing</vt:lpstr>
      <vt:lpstr>draft-stone-spring-mpte-sr</vt:lpstr>
      <vt:lpstr>Junction Segment </vt:lpstr>
      <vt:lpstr>PowerPoint Presentation</vt:lpstr>
      <vt:lpstr>Hierarchy</vt:lpstr>
      <vt:lpstr>Other SR specific properties</vt:lpstr>
      <vt:lpstr>Liveness</vt:lpstr>
      <vt:lpstr>Monitoring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Andrew Stone (Nokia)</cp:lastModifiedBy>
  <cp:revision>140</cp:revision>
  <dcterms:created xsi:type="dcterms:W3CDTF">2019-11-13T17:51:28Z</dcterms:created>
  <dcterms:modified xsi:type="dcterms:W3CDTF">2026-07-20T12:43:36Z</dcterms:modified>
  <cp:category/>
</cp:coreProperties>
</file>